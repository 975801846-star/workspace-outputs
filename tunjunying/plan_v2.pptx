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屯军营村 · 王支书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短视频账号策划方案 v2.0（内部讨论稿）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2026年6月 · 足球专题版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聚焦足球 · 冠军村IP · 4阶变现路径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为什么改版？从 v1.0 到 v2.0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📌 v1.0 → v2.0 方向升级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 核心转变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从「村支书的日常记录」→「一支球队在振兴一个村」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🏘 v1.0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内容分散：13条覆盖6方向 / 无差异化：跟其他村支书号雷同 / 未发挥核心优势：足球和冠军 / 变现路径模糊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📱 v2.0 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聚焦足球：24条脚本全部围绕足球 / 建立壁垒：冠军村IP无法复制 / 三条栏目线：每周固定节奏 / 变现前置：阶梯式规划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👥 栏目结构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🥇足球精神线（主力） 🥈兵味文化线（壁垒） 🥉体育政策线（涨粉）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1828800" cy="77724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💡 竞品空白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4个对标村支书账号均未切入体育赛道 → 足球是天然差异化壁垒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三条新栏目线（替换原8大方向）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🥇 冠军村的足球精神线（主力栏目 · 每周二/四发布）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训练 &amp; 比赛纪实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凌晨训练 · 战术部署 · 雨中决战 · 夺冠时刻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完播率 / 互动率 / 粉丝增长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人物群像 &amp; 情感故事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村民评价 · 三代球员 · 致打工游子 · 冠军之路回忆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分享率 / 收藏率 / 粉丝粘性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赛场幕后 &amp; 破壁内容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比赛全流程 · 更衣室开会 · 战术板 · 场边指挥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评论互动率 / 二次传播率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一句话记忆点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「屯军营，踢出来的冠军村」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大白话解释惠农政策、医保、宅基地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🥈 兵味文化线 &amp; 🥉 体育政策线（每周四/六 · 六/一发布）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344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屯军营兵味文化线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军屯历史 · 老兵故事 · 古今对话 · 乡村足球规矩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文化认同度 / 文旅关注 / 媒体报道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60604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体育政策白话解读线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运动健康 · 升学政策 · 场地申请 · 赛事安全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核心指标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971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收藏率 / 官方转发量 / 私信咨询量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93192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一句话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86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「500年前练兵场，今天冠军村」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343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「政策看不懂？王支书说给你听」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足球精神线=建立认知 · 兵味文化线=强化壁垒 · 政策线=涨粉+信任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206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2064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57800"/>
            <a:ext cx="59436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21207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5016"/>
                </a:solidFill>
                <a:latin typeface="Microsoft YaHei"/>
              </a:defRPr>
            </a:pPr>
            <a:r>
              <a:t>发布节奏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669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 |  周二·四·六 18:30  |  8周24条完整脚本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  <a:latin typeface="Microsoft YaHei"/>
              </a:defRPr>
            </a:pPr>
            <a:r>
              <a:t>📊 三条线关系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6235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2011680"/>
            <a:ext cx="10332720" cy="2834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v1→v2 核心升级总结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3333"/>
                </a:solidFill>
                <a:latin typeface="Microsoft YaHei"/>
              </a:defRPr>
            </a:pPr>
            <a:r>
              <a:t>v1.0：村支书的日常 → v2.0：冠军村的足球IP</a:t>
            </a:r>
            <a:br/>
            <a:r>
              <a:t>v1.0：13条散装脚本 → v2.0：8周×3栏目=24条系统脚本</a:t>
            </a:r>
            <a:br/>
            <a:r>
              <a:t>v1.0：变现靠农产品 → v2.0：赛事→研学→文旅四阶梯变现</a:t>
            </a:r>
            <a:br/>
            <a:r>
              <a:t>v1.0：无对标分析 → v2.0：4个对标号深度拆解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对标分析：四个村支书账号 × 盈利逻辑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烟消云（驻村书记） · 高频带货型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内容引流 → IP信任 → 橱窗带货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启示：要高频输出，但不能只靠王健一个人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范文栋 · 一动作IP型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公益IP → 政府背书 → 直播变现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启示：需要一个标志动作成为账号的视觉锤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"/>
            <a:ext cx="3566160" cy="5943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48640"/>
            <a:ext cx="356616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7315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小江支书(少而精) &amp; 张爱军(产品锚)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模式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2860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小江：34作品·77万赞，少而精=高粘性</a:t>
            </a:r>
            <a:br/>
            <a:r>
              <a:t>张爱军：105作品·678万赞，「苹果第一镇」=零成本认知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474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8404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关键数据 &amp; 启示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19" y="5623560"/>
            <a:ext cx="3200400" cy="7315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56692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5016"/>
                </a:solidFill>
                <a:latin typeface="Microsoft YaHei"/>
              </a:defRPr>
            </a:pPr>
            <a:r>
              <a:t>💡 竞品天花板=带货GMV · 我们的天花板=赛事+研学+文旅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四阶梯变现路径：怎么盈利？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🏗 四阶梯变现路径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1  内容期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月1-3 · 零变现</a:t>
            </a:r>
            <a:br/>
            <a:r>
              <a:t>纯内容积累</a:t>
            </a:r>
            <a:br/>
            <a:r>
              <a:t>目标：1万粉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2  赛事期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月3-6 · 邀请赛</a:t>
            </a:r>
            <a:br/>
            <a:r>
              <a:t>报名费+体育局</a:t>
            </a:r>
            <a:br/>
            <a:r>
              <a:t>目标：5万粉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3  研学期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月6-9 · 夏令营</a:t>
            </a:r>
            <a:br/>
            <a:r>
              <a:t>企业团建+培训</a:t>
            </a:r>
            <a:br/>
            <a:r>
              <a:t>目标：10万粉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4  文旅期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信任→关注→铁粉→办事/购买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017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188720"/>
            <a:ext cx="2011680" cy="34747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1188720"/>
            <a:ext cx="201168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3716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💰  盈利逻辑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92608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足球内容建信任 → 赛事聚人气 → 研学教育变现 → 体育旅游IP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各阶段盈利明细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内容期  |  月1-3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零变现 · 纯涨粉    |    开始拍摄即可 → 每周3条雷打不动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赛事期  |  月3-6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邀请赛报名 ¥3000-8000/场 · 体育局补贴 ¥5000-20000 · 场边广告 ¥2000-5000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研学期  |  月6-9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2899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夏令营 ¥1500-3000/人 · 企业团建 ¥5000-15000/场 · 培训 ¥500-1000/课时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文旅期  |  月9-12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旅游线路分成 · 品牌赞助 ¥10000-50000/年 · 直播带货 ¥2000-5000/场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59"/>
            <a:ext cx="10515600" cy="82296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532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变现信号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532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🚦粉丝过万→赛事  |  🚦野生咨询→体验产品  |  🚦官方关注→扶持资金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八周执行计划 &amp; 三条金线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八周执行节奏（1-4周）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每周3条 = 足球精神线(周二) + 兵味文化线(周四) + 体育政策线(周六)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W1：①我是王支书也是冠军教练 ②屯军营500年前练兵场 ③体育公园钱从哪来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W2：④我们的球场荒地到绿茵 ⑤最老的老兵看踢球 ⑥孩子踢球体测加分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W3：⑦凌晨五点半足球场 ⑧王支书战术板 ⑨扭了脚村医教看伤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W4：⑩村民说支书踢球比干活拼 ⑪城里人不懂的足球规矩 ⑫建球场能申请多少补贴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前4周目标：立人设、拉共鸣、展实力、挖深度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📅 八周执行节奏（5-8周）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爆款TOP3：#10致打工游子 · #12城里人不懂的规矩 · #7村民说我们支书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W5：⑬拿遍了延庆冠军 ⑭一颗球三代人 ⑮成年人踢球到底有啥用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W6：⑯一场比赛从准备到结束 ⑰村队开会吵起来了 ⑱体育特长生怎么走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W7：⑲今天这场必须赢 ⑳一亩地账本vs一粒球梦想 ㉑办比赛安全谁负责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W8：㉒致在外打工的屯军营人 ㉓从长城脚下到绿茵场上 ㉔让冠军村被看见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→ 后4周目标：秀成果、破壁感、造悬念、铺未来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🏆 三条金线：一句话记忆点 &amp; 视觉锤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每一条线在观众心中留下一个不可磨灭的印象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087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视觉锤：长城烽火台 + 绿茵球场同框 / 老兵摸球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46887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🥉 体育政策线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4290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一句：「政策看不懂？王支书说给你听」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5196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43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3891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视觉锤：王健掰手指 / 字幕逐条弹出 / 政策文件翻动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515600" cy="86868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Q5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🎯 三条线一个声音：屯军营不只是一个村——是中国乡村体育的一张名片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拍摄装备 &amp; 脚本框架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用途：画质升级、采访、讲解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3291840" cy="29260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344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大疆 Mini 4 Pro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用途：航拍、夜景、室内访谈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先入门，出爆款后再升级。必买：手机稳定器 + 无线领夹麦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✍️ 脚本通用结构（30-90秒）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88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三段式：是什么→为什么→怎么办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信息密度高，节奏快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1188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2286000" cy="1188720"/>
          </a:xfrm>
          <a:prstGeom prst="round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51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51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800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💡 提高互动+关注转化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5016"/>
                </a:solidFill>
                <a:latin typeface="Microsoft YaHei"/>
              </a:defRPr>
            </a:pPr>
            <a:r>
              <a:t>三大栏目模板（v2.0 足球专题版）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冠军村足球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热血纪实型 · 45-65s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例：凌晨五点半的足球场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兵味文化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文化故事型 · 50-65s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例：500年前就是练兵场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5486400"/>
            <a:ext cx="3474720" cy="109728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577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体育政策解读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943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88888"/>
                </a:solidFill>
                <a:latin typeface="Microsoft YaHei"/>
              </a:defRPr>
            </a:pPr>
            <a:r>
              <a:t>实用干货型 · 40-50s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217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例：体育公园钱从哪来？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24条成品脚本总览（8周×3栏目）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W1-W4（1-12条）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我是王支书也是冠军教练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屯军营500年前就是练兵场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体育公园钱从哪来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我们的球场从荒地到绿茵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村里最老的老兵看我们踢球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孩子踢球体测能加分吗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80060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8554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80060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8554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80060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8554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凌晨五点半的足球场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92640" y="480060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784080" y="48554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📋 脚本清单 W5-W8（13-24条）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02919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914400"/>
            <a:ext cx="498348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601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914400"/>
            <a:ext cx="25146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9601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914400"/>
            <a:ext cx="10515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0" y="9601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5636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0876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5636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50876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5636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我们拿遍了延庆的冠军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50876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5636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05740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11226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205740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211226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05740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21122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一颗球三代人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92640" y="205740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211226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606039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66090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606039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66090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606039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66090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成年人踢球到底有啥用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606039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84080" y="266090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154679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20954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3154679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0954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154679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320954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一场比赛从准备到结束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9536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154679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20954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703320"/>
            <a:ext cx="502919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758183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703320"/>
            <a:ext cx="498348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758183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703320"/>
            <a:ext cx="251460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758183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村队开会吵起来了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6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8680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40" y="3703320"/>
            <a:ext cx="1051560" cy="475488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0" y="3758183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51960"/>
            <a:ext cx="50291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4"/>
            <a:ext cx="4114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5016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4251960"/>
            <a:ext cx="4983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306824"/>
            <a:ext cx="4892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4251960"/>
            <a:ext cx="25146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430682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体育特长生怎么走一条路说清楚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9536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92640" y="4251960"/>
            <a:ext cx="10515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84080" y="43068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爆款潜力 TOP 3（v2.0 足球版）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🥇 #10 致在外打工的屯军营人（足球+乡愁版）—— W8发布，情感核弹，直击游子</a:t>
            </a:r>
            <a:br/>
            <a:r>
              <a:t>🥈 #12 城里人看不懂的农村足球规矩 —— 城乡反差破圈利器</a:t>
            </a:r>
            <a:br/>
            <a:r>
              <a:t>🥉 #7 村民说我们支书踢球比干活还拼 —— 真实评价不做作信任感拉满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1A3D0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D5016"/>
                </a:solidFill>
                <a:latin typeface="Microsoft YaHei"/>
              </a:defRPr>
            </a:pPr>
            <a:r>
              <a:t>✅ 立即行动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25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找4个对标村支书账号，拆解爆款内容逻辑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对标分析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跟王健确认足球方向，确定人设关键词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人设定调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375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37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用手机试拍W1-①自我介绍+W1-②练兵场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样片×2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343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盘足球资源：冠军奖杯、老照片、老队员故事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10515600" cy="777240"/>
          </a:xfrm>
          <a:prstGeom prst="round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49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拍完前4条 → 注册账号 → 冷启动发布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4A017"/>
                </a:solidFill>
                <a:latin typeface="Microsoft YaHei"/>
              </a:defRPr>
            </a:pPr>
            <a:r>
              <a:t>→ W1三条首发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Microsoft YaHei"/>
              </a:defRPr>
            </a:pPr>
            <a:r>
              <a:t>24条脚本已就绪 · 8周执行计划 · 4阶变现路径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延庆区屯军营村 · 王健支书 · v2.0 · 2026年6月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