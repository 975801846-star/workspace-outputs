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D4A017"/>
                </a:solidFill>
                <a:latin typeface="Arial" panose="020B0604020202020204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000" b="0">
                <a:solidFill>
                  <a:srgbClr val="FFFFFF"/>
                </a:solidFill>
                <a:latin typeface="Arial" panose="020B0604020202020204"/>
              </a:defRPr>
            </a:pPr>
            <a:r>
              <a:t>短视频账号策划方案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888888"/>
                </a:solidFill>
                <a:latin typeface="Arial" panose="020B0604020202020204"/>
              </a:defRPr>
            </a:pPr>
            <a:r>
              <a:t>延庆区 · 屯军营村  |  2026年6月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  <a:latin typeface="Arial" panose="020B0604020202020204"/>
              </a:defRPr>
            </a:pPr>
            <a:r>
              <a:t>足球专题版 · 8周24条脚本 · 三条栏目线全线推进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为什么改版？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📌 改版原因：v1.0 问题 vs v2.0 解法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212080" cy="50292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2120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754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⚠️ v1.0 存在的问题</a:t>
            </a:r>
          </a:p>
          <a:p>
            <a:pPr algn="l">
              <a:defRPr sz="8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定位泛化：8个方向太多，精力分散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人设模糊："村支书日常"缺乏记忆锚点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缺乏IP纵深：500年军屯历史未充分开发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变现路径缺失：仅有方向，无阶梯设计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内容同质化：与同类村支书账号无差异化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❌ 13条脚本结构松散，缺少栏目化运营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212080" cy="50292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188720"/>
            <a:ext cx="52120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4754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✅ v2.0 足球专题解法</a:t>
            </a:r>
          </a:p>
          <a:p>
            <a:pPr algn="l">
              <a:defRPr sz="8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聚焦足球：以"冠军村足球队"为核心IP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人设鲜明：村支书 + 冠军教练 双重身份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深度开发："屯军营"=500年练兵场 → 绿茵战场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四阶梯变现：粉丝→带货→赛事→文旅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三条栏目线：🥇足球精神 🥈兵味文化 🥉体育政策</a:t>
            </a:r>
          </a:p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✅ 8周24条脚本：栏目化排布，每周二四六发布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400800"/>
            <a:ext cx="10972800" cy="45720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515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FFFFFF"/>
                </a:solidFill>
                <a:latin typeface="Arial" panose="020B0604020202020204"/>
              </a:defRPr>
            </a:pPr>
            <a:r>
              <a:t>💡 核心逻辑：用足球作为超级符号，把军屯历史 + 乡村体育 + 政策解读 三条线拧成一股绳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三条新栏目线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🎯 三条新栏目线（上）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212080" cy="5669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2120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D5016"/>
                </a:solidFill>
                <a:latin typeface="Arial" panose="020B0604020202020204"/>
              </a:defRPr>
            </a:pPr>
            <a:r>
              <a:t>🥇 第一栏目：足球精神线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核心定位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以王支书"冠军教练"身份为主线，记录屯军营足球队的训练、比赛、人物故事。用足球的热血、汗水、团队精神感染观众。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能拍什么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凌晨五点半的足球场（热血训练）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冠军荣誉室探秘（荣誉感）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比赛日全程跟拍（燃向）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村民评支书踢球（反差萌）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致在外打工的屯军营人（情感核弹）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800"/>
              </a:spcBef>
              <a:defRPr sz="1200" b="1">
                <a:solidFill>
                  <a:srgbClr val="333333"/>
                </a:solidFill>
                <a:latin typeface="Arial" panose="020B0604020202020204"/>
              </a:defRPr>
            </a:pPr>
            <a:r>
              <a:t>💬 差异化壁垒高，"冠军村"标签其他村学不来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097280"/>
            <a:ext cx="5212080" cy="5669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2120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D5016"/>
                </a:solidFill>
                <a:latin typeface="Arial" panose="020B0604020202020204"/>
              </a:defRPr>
            </a:pPr>
            <a:r>
              <a:t>🥈 第二栏目：兵味文化线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核心定位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挖掘"屯军营"村名背后的500年军屯历史IP。从明朝长城驻军到今日绿茵球场，找到"守"的精神传承。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能拍什么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村名来历：500年前就是练兵场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抗美援朝老兵看我们踢球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三代人一颗球的传承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从长城脚下到绿茵场上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一亩地的账本 vs 一粒球的梦想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800"/>
              </a:spcBef>
              <a:defRPr sz="1200" b="1">
                <a:solidFill>
                  <a:srgbClr val="333333"/>
                </a:solidFill>
                <a:latin typeface="Arial" panose="020B0604020202020204"/>
              </a:defRPr>
            </a:pPr>
            <a:r>
              <a:t>💬 天然故事性极强，500年IP不是每个村都有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🎯 三条新栏目线（下）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212080" cy="43891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2120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D5016"/>
                </a:solidFill>
                <a:latin typeface="Arial" panose="020B0604020202020204"/>
              </a:defRPr>
            </a:pPr>
            <a:r>
              <a:t>🥉 第三栏目：体育政策线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核心定位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用村民听得懂的大白话解读全民健身、体教融合、体育特长生等政策。王支书以自己的实战经验"现身说法"。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能拍什么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体育公园钱从哪来？（补贴申请攻略）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孩子踢球体测能加分吗？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成年人踢球到底有啥用？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体育特长生升学路径全解析</a:t>
            </a:r>
          </a:p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村里办比赛安全谁负责？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800"/>
              </a:spcBef>
              <a:defRPr sz="1200" b="1">
                <a:solidFill>
                  <a:srgbClr val="333333"/>
                </a:solidFill>
                <a:latin typeface="Arial" panose="020B0604020202020204"/>
              </a:defRPr>
            </a:pPr>
            <a:r>
              <a:t>💬 刚需内容，转发率高，天然涨粉利器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097280"/>
            <a:ext cx="5212080" cy="43891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D4A017"/>
                </a:solidFill>
                <a:latin typeface="Arial" panose="020B0604020202020204"/>
              </a:defRPr>
            </a:pPr>
            <a:r>
              <a:t>🔥 核心升级总结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475488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Arial" panose="020B0604020202020204"/>
              </a:defRPr>
            </a:pPr>
          </a:p>
          <a:p>
            <a:pPr algn="l">
              <a:spcBef>
                <a:spcPts val="400"/>
              </a:spcBef>
              <a:defRPr sz="1500" b="1">
                <a:solidFill>
                  <a:srgbClr val="FFFFFF"/>
                </a:solidFill>
                <a:latin typeface="Arial" panose="020B0604020202020204"/>
              </a:defRPr>
            </a:pPr>
            <a:r>
              <a:t>① 从8个泛方向 → 聚焦足球IP</a:t>
            </a:r>
          </a:p>
          <a:p>
            <a:pPr algn="l">
              <a:defRPr sz="1200" b="0">
                <a:solidFill>
                  <a:srgbClr val="F5E6C8"/>
                </a:solidFill>
                <a:latin typeface="Arial" panose="020B0604020202020204"/>
              </a:defRPr>
            </a:pPr>
            <a:r>
              <a:t>  解决"什么都想做，什么都做不深"</a:t>
            </a:r>
          </a:p>
          <a:p>
            <a:pPr algn="l">
              <a:defRPr sz="6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500" b="1">
                <a:solidFill>
                  <a:srgbClr val="FFFFFF"/>
                </a:solidFill>
                <a:latin typeface="Arial" panose="020B0604020202020204"/>
              </a:defRPr>
            </a:pPr>
            <a:r>
              <a:t>② 从13条松散脚本 → 24条栏目化</a:t>
            </a:r>
          </a:p>
          <a:p>
            <a:pPr algn="l">
              <a:defRPr sz="1200" b="0">
                <a:solidFill>
                  <a:srgbClr val="F5E6C8"/>
                </a:solidFill>
                <a:latin typeface="Arial" panose="020B0604020202020204"/>
              </a:defRPr>
            </a:pPr>
            <a:r>
              <a:t>  三大栏目线交替，每周二四六发布</a:t>
            </a:r>
          </a:p>
          <a:p>
            <a:pPr algn="l">
              <a:defRPr sz="6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500" b="1">
                <a:solidFill>
                  <a:srgbClr val="FFFFFF"/>
                </a:solidFill>
                <a:latin typeface="Arial" panose="020B0604020202020204"/>
              </a:defRPr>
            </a:pPr>
            <a:r>
              <a:t>③ 从无变现 → 四阶梯递进</a:t>
            </a:r>
          </a:p>
          <a:p>
            <a:pPr algn="l">
              <a:defRPr sz="1200" b="0">
                <a:solidFill>
                  <a:srgbClr val="F5E6C8"/>
                </a:solidFill>
                <a:latin typeface="Arial" panose="020B0604020202020204"/>
              </a:defRPr>
            </a:pPr>
            <a:r>
              <a:t>  粉丝积累→农产品带货→赛事IP→文旅融合</a:t>
            </a:r>
          </a:p>
          <a:p>
            <a:pPr algn="l">
              <a:defRPr sz="6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defRPr sz="1500" b="1">
                <a:solidFill>
                  <a:srgbClr val="FFFFFF"/>
                </a:solidFill>
                <a:latin typeface="Arial" panose="020B0604020202020204"/>
              </a:defRPr>
            </a:pPr>
            <a:r>
              <a:t>④ 从"又一个村支书" → "冠军村王支书"</a:t>
            </a:r>
          </a:p>
          <a:p>
            <a:pPr algn="l">
              <a:defRPr sz="1200" b="0">
                <a:solidFill>
                  <a:srgbClr val="F5E6C8"/>
                </a:solidFill>
                <a:latin typeface="Arial" panose="020B0604020202020204"/>
              </a:defRPr>
            </a:pPr>
            <a:r>
              <a:t>  唯一性标签，记忆成本极低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📊 v1.0 → v2.0 全方位对比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103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1">
                <a:solidFill>
                  <a:srgbClr val="D4A017"/>
                </a:solidFill>
                <a:latin typeface="Arial" panose="020B0604020202020204"/>
              </a:defRPr>
            </a:pPr>
            <a:r>
              <a:t>维度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097280"/>
            <a:ext cx="4114800" cy="64008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1188720"/>
            <a:ext cx="3931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1">
                <a:solidFill>
                  <a:srgbClr val="D4A017"/>
                </a:solidFill>
                <a:latin typeface="Arial" panose="020B0604020202020204"/>
              </a:defRPr>
            </a:pPr>
            <a:r>
              <a:t>v1.0（内部讨论版）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097280"/>
            <a:ext cx="5029200" cy="64008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18872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1">
                <a:solidFill>
                  <a:srgbClr val="D4A017"/>
                </a:solidFill>
                <a:latin typeface="Arial" panose="020B0604020202020204"/>
              </a:defRPr>
            </a:pPr>
            <a:r>
              <a:t>v2.0（足球专题版）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22860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4708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核心IP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737360"/>
            <a:ext cx="41148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84708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村支书日常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1737360"/>
            <a:ext cx="50292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84708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冠军村足球队教练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37744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48716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栏目结构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377440"/>
            <a:ext cx="41148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248716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8个泛方向 + 3条主线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237744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48716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3条栏目线（🥇🥈🥉）交替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22860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12724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脚本数量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3017520"/>
            <a:ext cx="41148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12724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13条（5周）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0" y="3017520"/>
            <a:ext cx="50292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312724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24条（8周，涵盖3栏目）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5760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76732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差异点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3657600"/>
            <a:ext cx="41148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0" y="376732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同类账号可复制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60" y="365760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376732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冠军村标签唯一，壁垒高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297680"/>
            <a:ext cx="22860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0740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情感锚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6080" y="4297680"/>
            <a:ext cx="41148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440740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村支书的温度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4297680"/>
            <a:ext cx="50292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0" y="440740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足球的热血 + 军屯的传承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93776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04748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变现路径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26080" y="4937760"/>
            <a:ext cx="41148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17520" y="504748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未明确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23760" y="493776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504748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四阶梯清晰递进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577840"/>
            <a:ext cx="22860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687568"/>
            <a:ext cx="21031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记忆成本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6080" y="5577840"/>
            <a:ext cx="41148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5687568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"又一个村支书"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0" y="5577840"/>
            <a:ext cx="5029200" cy="640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0" y="5687568"/>
            <a:ext cx="48463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"屯军营王支书 = 冠军教练"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0972800" cy="45720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10515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🎯 改版目标：用足球切进乡村赛道，做"全网最有辨识度的村支书足球IP"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对标分析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🔍 四大对标账号 &amp; 竞品空白分析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03520" cy="26517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4754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👤 烟消云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定位：村支书日常Vlog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亮点：接地气、方言、真实记录</a:t>
            </a:r>
          </a:p>
          <a:p>
            <a:pPr algn="l">
              <a:spcBef>
                <a:spcPts val="400"/>
              </a:spcBef>
              <a:defRPr sz="1300" b="1">
                <a:solidFill>
                  <a:srgbClr val="D4A017"/>
                </a:solidFill>
                <a:latin typeface="Arial" panose="020B0604020202020204"/>
              </a:defRPr>
            </a:pPr>
            <a:r>
              <a:t>⚠️ 竞品空白：粉丝体量大但足球内容为零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303520" cy="26517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30352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34440"/>
            <a:ext cx="4754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👤 范文栋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定位：基层故事讲述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亮点：情感叙事、人物挖掘</a:t>
            </a:r>
          </a:p>
          <a:p>
            <a:pPr algn="l">
              <a:spcBef>
                <a:spcPts val="400"/>
              </a:spcBef>
              <a:defRPr sz="1300" b="1">
                <a:solidFill>
                  <a:srgbClr val="D4A017"/>
                </a:solidFill>
                <a:latin typeface="Arial" panose="020B0604020202020204"/>
              </a:defRPr>
            </a:pPr>
            <a:r>
              <a:t>⚠️ 竞品空白：无体育/足球垂类内容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23360"/>
            <a:ext cx="5303520" cy="26517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023360"/>
            <a:ext cx="530352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4754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👤 小江支书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定位：小村故事+带货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亮点：年轻化表达、农产品带货</a:t>
            </a:r>
          </a:p>
          <a:p>
            <a:pPr algn="l">
              <a:spcBef>
                <a:spcPts val="400"/>
              </a:spcBef>
              <a:defRPr sz="1300" b="1">
                <a:solidFill>
                  <a:srgbClr val="D4A017"/>
                </a:solidFill>
                <a:latin typeface="Arial" panose="020B0604020202020204"/>
              </a:defRPr>
            </a:pPr>
            <a:r>
              <a:t>⚠️ 竞品空白：缺少IP深度和历史厚度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23360"/>
            <a:ext cx="5303520" cy="26517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4023360"/>
            <a:ext cx="530352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754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👤 张爱军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定位：乡村政策解读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亮点：政策类内容专业</a:t>
            </a:r>
          </a:p>
          <a:p>
            <a:pPr algn="l">
              <a:spcBef>
                <a:spcPts val="400"/>
              </a:spcBef>
              <a:defRPr sz="1300" b="1">
                <a:solidFill>
                  <a:srgbClr val="D4A017"/>
                </a:solidFill>
                <a:latin typeface="Arial" panose="020B0604020202020204"/>
              </a:defRPr>
            </a:pPr>
            <a:r>
              <a:t>⚠️ 竞品空白：缺乏"运动感"和热血元素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400800"/>
            <a:ext cx="10972800" cy="45720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10515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💡 竞品空白结论：全网尚无"村支书 + 足球教练 + 军屯历史"三位一体的账号。这就是我们的位置。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变现路径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💰 四阶梯变现模型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🎯 第一阶梯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粉丝积累期（1-3个月）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188720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抖音 + 视频号同步发布</a:t>
            </a:r>
            <a:br/>
            <a:r>
              <a:t>• 每周3条高频曝光</a:t>
            </a:r>
            <a:br/>
            <a:r>
              <a:t>• 目标：1万精准粉丝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10972800" cy="1280160"/>
          </a:xfrm>
          <a:prstGeom prst="roundRect">
            <a:avLst/>
          </a:prstGeom>
          <a:solidFill>
            <a:srgbClr val="F5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🛒 第二阶梯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农产品带货（3-6个月）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06040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延庆本地特产挂车</a:t>
            </a:r>
            <a:br/>
            <a:r>
              <a:t>• 足球相关周边（队服、护具）</a:t>
            </a:r>
            <a:br/>
            <a:r>
              <a:t>• 以信任驱动转化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2336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🏆 第三阶梯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3484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赛事IP运营（6-12个月）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023360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打造"冠军村联赛"品牌</a:t>
            </a:r>
            <a:br/>
            <a:r>
              <a:t>• 周边村主客场循环赛</a:t>
            </a:r>
            <a:br/>
            <a:r>
              <a:t>• 赛事赞助 + 门票 + 直播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49240"/>
            <a:ext cx="10972800" cy="1280160"/>
          </a:xfrm>
          <a:prstGeom prst="roundRect">
            <a:avLst/>
          </a:prstGeom>
          <a:solidFill>
            <a:srgbClr val="F5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34924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🏕 第四阶梯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文体旅融合（12个月+）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440680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• 冠军村足球夏令营</a:t>
            </a:r>
            <a:br/>
            <a:r>
              <a:t>• 长城+足球主题研学线路</a:t>
            </a:r>
            <a:br/>
            <a:r>
              <a:t>• 政府文旅项目合作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📈 变现路径明细 &amp; 关键信号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669280" cy="54864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6692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📊 各阶段运营指标参考</a:t>
            </a:r>
          </a:p>
          <a:p>
            <a:pPr algn="l">
              <a:spcBef>
                <a:spcPts val="1000"/>
              </a:spcBef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▸ 粉丝积累期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  1万粉 | 完播率&gt;30% | 评论&gt;50/条</a:t>
            </a:r>
          </a:p>
          <a:p>
            <a:pPr algn="l">
              <a:spcBef>
                <a:spcPts val="1000"/>
              </a:spcBef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▸ 带货启动期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  3万粉 | 转化率&gt;2% | 月GMV 5-10万</a:t>
            </a:r>
          </a:p>
          <a:p>
            <a:pPr algn="l">
              <a:spcBef>
                <a:spcPts val="1000"/>
              </a:spcBef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▸ 赛事IP期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  5万粉 | 赛事直播观看&gt;1万 | 赞助商入驻</a:t>
            </a:r>
          </a:p>
          <a:p>
            <a:pPr algn="l">
              <a:spcBef>
                <a:spcPts val="1000"/>
              </a:spcBef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▸ 文旅融合期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  10万粉 | 夏令营满员 | 政府文旅项目落地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097280"/>
            <a:ext cx="5029200" cy="54864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097280"/>
            <a:ext cx="50292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8016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🚦 何时可以升级？变现信号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粉丝群活跃度高，私信咨询增多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单条视频稳定破万播放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评论区出现"怎么买""在哪报名"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周边村主动联系合作比赛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镇/区文旅部门关注到账号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出现自然增长的品牌合作邀约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✓ 视频被官方媒体转发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八周执行计划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📅 八周执行计划 · 第1-4周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7043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W1 亮相周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17043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我是王支书，也是冠军教练</a:t>
            </a:r>
            <a:br/>
            <a:r>
              <a:t>🥈 屯军营，500年前就是练兵场</a:t>
            </a:r>
            <a:br/>
            <a:r>
              <a:t>🥉 体育公园，钱从哪来？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立人设：村支书+冠军教练双重身份亮相，历史+政策+足球三线齐发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8775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W2 情感周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58775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我们的球场，从荒地到绿茵</a:t>
            </a:r>
            <a:br/>
            <a:r>
              <a:t>🥈 村里最老的老兵，看我们踢球</a:t>
            </a:r>
            <a:br/>
            <a:r>
              <a:t>🥉 孩子踢球，体测能加分吗？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拉共鸣：球场建设故事+老兵情感+家长关心的体教融合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W3 热血周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00507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凌晨五点半的足球场</a:t>
            </a:r>
            <a:br/>
            <a:r>
              <a:t>🥈 王支书的战术板</a:t>
            </a:r>
            <a:br/>
            <a:r>
              <a:t>🥉 扭了脚别硬扛，村医教你看伤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展实力：训练热血+战术军事化+实用健康科普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4924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34924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2239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W4 人物周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42239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村民说：我们支书踢球比干活还拼</a:t>
            </a:r>
            <a:br/>
            <a:r>
              <a:t>🥈 城里人看不懂的农村足球规矩</a:t>
            </a:r>
            <a:br/>
            <a:r>
              <a:t>🥉 村里建球场，能申请多少补贴？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5321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挖深度：他人视角证口碑+城乡反差+政策干货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📅 八周执行计划 · 第5-8周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7043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W5 赛事周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17043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我们拿遍了延庆的冠军</a:t>
            </a:r>
            <a:br/>
            <a:r>
              <a:t>🥈 一颗球，三代人</a:t>
            </a:r>
            <a:br/>
            <a:r>
              <a:t>🥉 成年人踢球，到底有啥用？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秀成果：荣誉展示+代际传承+健康实证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8775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W6 幕后周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58775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一场比赛，从准备到结束</a:t>
            </a:r>
            <a:br/>
            <a:r>
              <a:t>🥈 村队开会，吵起来了</a:t>
            </a:r>
            <a:br/>
            <a:r>
              <a:t>🥉 体育特长生怎么走？一条路说清楚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破壁感：比赛日全流程+真实冲突+升学路径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0972800" cy="12801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W7 对抗周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00507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今天这场，必须赢</a:t>
            </a:r>
            <a:br/>
            <a:r>
              <a:t>🥈 一亩地的账本 vs 一粒球的梦想</a:t>
            </a:r>
            <a:br/>
            <a:r>
              <a:t>🥉 村里办比赛，安全谁负责？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造悬念：雨中决战+农民球员+赛事安全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4924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349240"/>
            <a:ext cx="73152" cy="12801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2239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W8 展望周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422392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致在外打工的屯军营人</a:t>
            </a:r>
            <a:br/>
            <a:r>
              <a:t>🥈 从长城脚下到绿茵场上</a:t>
            </a:r>
            <a:br/>
            <a:r>
              <a:t>🥉 我们的下一步：让冠军村被看见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5321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铺未来：全村情感核弹+历史升华+发展规划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✨ 贯穿8周的三条"金线"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3566160" cy="54864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356616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🥇 足球精神金线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8条脚本，每周1条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W1 我是王支书，也是冠军教练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W2 我们的球场，从荒地到绿茵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W3 凌晨五点半的足球场 (45s)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W4 村民说：我们支书踢球比干活还拼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W5 我们拿遍了延庆的冠军 (60s)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W6 一场比赛，从准备到结束 (60s)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W7 今天这场，必须赢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W8 致在外打工的屯军营人 (65s)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59" y="1097280"/>
            <a:ext cx="3566160" cy="54864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59" y="1097280"/>
            <a:ext cx="356616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39" y="12344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🥈 兵味文化金线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8条脚本，每周1条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W1 屯军营，500年前就是练兵场 (60s)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W2 村里最老的老兵，看我们踢球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W3 王支书的战术板 (50s)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W4 城里人看不懂的农村足球规矩 (50s)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W5 一颗球，三代人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W6 村队开会，吵起来了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W7 一亩地的账本 vs 一粒球的梦想 (55s)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W8 从长城脚下到绿茵场上 (60s)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398" y="1097280"/>
            <a:ext cx="3566160" cy="548640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398" y="1097280"/>
            <a:ext cx="3566160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8" y="12344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🥉 体育政策金线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8条脚本，每周1条</a:t>
            </a:r>
          </a:p>
          <a:p>
            <a:pPr algn="l">
              <a:defRPr sz="400" b="0">
                <a:solidFill>
                  <a:srgbClr val="333333"/>
                </a:solidFill>
                <a:latin typeface="Arial" panose="020B0604020202020204"/>
              </a:defRPr>
            </a:pP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W1 体育公园，钱从哪来？ (45s)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W2 孩子踢球，体测能加分吗？ (40s)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W3 扭了脚别硬扛，村医教你看伤 (40s)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W4 村里建球场，能申请多少补贴？ (45s)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W5 成年人踢球，到底有啥用？ (40s)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W6 体育特长生怎么走？ (45s)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W7 村里办比赛，安全谁负责？ (40s)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333333"/>
                </a:solidFill>
                <a:latin typeface="Arial" panose="020B0604020202020204"/>
              </a:defRPr>
            </a:pPr>
            <a:r>
              <a:t>W8 我们的下一步：让冠军村被看见 (50s)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装备与脚本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1089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108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1097280"/>
            <a:ext cx="347472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39" y="1097280"/>
            <a:ext cx="3474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1280160"/>
            <a:ext cx="31089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1737360"/>
            <a:ext cx="3108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329184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8" y="1097280"/>
            <a:ext cx="347472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8" y="1097280"/>
            <a:ext cx="3474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8" y="1280160"/>
            <a:ext cx="31089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D5016"/>
                </a:solidFill>
                <a:latin typeface="Arial" panose="020B0604020202020204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8" y="1737360"/>
            <a:ext cx="31089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8" y="2194560"/>
            <a:ext cx="31089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8" y="329184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89120"/>
            <a:ext cx="10972800" cy="20116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💡 采购建议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先入门，出爆款后再升级。必买：手机稳定器 + 无线领夹麦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888888"/>
                </a:solidFill>
                <a:latin typeface="Arial" panose="020B0604020202020204"/>
              </a:defRPr>
            </a:pPr>
            <a:r>
              <a:t>村支书账号讲究"真实感"，手机拍反而更接地气。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888888"/>
                </a:solidFill>
                <a:latin typeface="Arial" panose="020B0604020202020204"/>
              </a:defRPr>
            </a:pPr>
            <a:r>
              <a:t>足球场景特殊需求：GoPro（防水防撞，雨天比赛拍摄）+ 无人机（球场全景 + 村庄航拍）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2588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Arial" panose="020B0604020202020204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603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9748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Arial" panose="020B0604020202020204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29184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4A017"/>
                </a:solidFill>
                <a:latin typeface="Arial" panose="020B0604020202020204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06908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Arial" panose="020B0604020202020204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66344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188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🥇 足球现场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热血纪实型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333333"/>
                </a:solidFill>
                <a:latin typeface="Arial" panose="020B0604020202020204"/>
              </a:defRPr>
            </a:pPr>
            <a:r>
              <a:t>例：凌晨五点半的足球场</a:t>
            </a:r>
            <a:br/>
            <a:r>
              <a:t>雨中决赛全纪录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39" y="5486400"/>
            <a:ext cx="3566160" cy="1188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55778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🥈 兵味密码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9" y="59436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文化故事型 · 50-60s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19" y="62636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333333"/>
                </a:solidFill>
                <a:latin typeface="Arial" panose="020B0604020202020204"/>
              </a:defRPr>
            </a:pPr>
            <a:r>
              <a:t>例：500年前就是练兵场</a:t>
            </a:r>
            <a:br/>
            <a:r>
              <a:t>一颗球，三代人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8" y="5486400"/>
            <a:ext cx="3566160" cy="1188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8" y="55778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2D5016"/>
                </a:solidFill>
                <a:latin typeface="Arial" panose="020B0604020202020204"/>
              </a:defRPr>
            </a:pPr>
            <a:r>
              <a:t>🥉 王支书跟你说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59436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888888"/>
                </a:solidFill>
                <a:latin typeface="Arial" panose="020B0604020202020204"/>
              </a:defRPr>
            </a:pPr>
            <a:r>
              <a:t>知识输出型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8" y="626364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333333"/>
                </a:solidFill>
                <a:latin typeface="Arial" panose="020B0604020202020204"/>
              </a:defRPr>
            </a:pPr>
            <a:r>
              <a:t>例：体育公园补贴怎么申请</a:t>
            </a:r>
            <a:br/>
            <a:r>
              <a:t>孩子踢球体测能加分吗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24条脚本总览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D5016"/>
                </a:solidFill>
                <a:latin typeface="Arial" panose="020B0604020202020204"/>
              </a:defRPr>
            </a:pPr>
            <a:r>
              <a:t>📋 脚本清单 (1-6)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502920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463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914400"/>
            <a:ext cx="25603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96012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5448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我是王支书，也是冠军教练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7160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37744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19456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37744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屯军营，500年前就是「练兵场」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9456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01752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20040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01752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20040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体育公园，钱从哪来？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301752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3200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45s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4048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02336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84048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02336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我们的球场，从荒地到绿茵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84048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402336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66344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4632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466344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484632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村里最老的老兵，看我们踢球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466344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48463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29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48640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566928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548640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6692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孩子踢球，体测能加分吗？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80760" y="548640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0" y="5669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40s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29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21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D5016"/>
                </a:solidFill>
                <a:latin typeface="Arial" panose="020B0604020202020204"/>
              </a:defRPr>
            </a:pPr>
            <a:r>
              <a:t>📋 脚本清单 (7-12)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502920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463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914400"/>
            <a:ext cx="25603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96012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5448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7160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37744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19456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37744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9456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01752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200400"/>
            <a:ext cx="411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01752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20040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扭了脚别硬扛，村医教你看伤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301752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3200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4048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90" y="4023360"/>
            <a:ext cx="53213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84048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02336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村民说：我们支书踢球比干活还拼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84048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402336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66344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846320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466344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484632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466344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48463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29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48640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9265" y="5669280"/>
            <a:ext cx="4908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548640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6692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村里建球场，能申请多少补贴？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80760" y="548640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0" y="5669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29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21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D5016"/>
                </a:solidFill>
                <a:latin typeface="Arial" panose="020B0604020202020204"/>
              </a:defRPr>
            </a:pPr>
            <a:r>
              <a:t>📋 脚本清单 (13-18)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502920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463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914400"/>
            <a:ext cx="25603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96012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7160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60s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865" y="2377440"/>
            <a:ext cx="5162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19456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37744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一颗球，三代人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9456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01752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020" y="3200400"/>
            <a:ext cx="5461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01752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20040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成年人踢球，到底有啥用？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301752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3200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4048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800" y="4023360"/>
            <a:ext cx="52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84048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02336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一场比赛，从准备到结束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84048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402336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60s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66344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1800" y="4846320"/>
            <a:ext cx="48450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466344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484632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村队开会，吵起来了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466344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48463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29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48640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4825" y="5669280"/>
            <a:ext cx="4552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548640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6692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体育特长生怎么走？一条路说清楚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80760" y="548640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0" y="5669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29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21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D5016"/>
                </a:solidFill>
                <a:latin typeface="Arial" panose="020B0604020202020204"/>
              </a:defRPr>
            </a:pPr>
            <a:r>
              <a:t>📋 脚本清单 (19-24)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502920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463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914400"/>
            <a:ext cx="256032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960120"/>
            <a:ext cx="23774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914400"/>
            <a:ext cx="10972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960120"/>
            <a:ext cx="960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550" y="1554480"/>
            <a:ext cx="49657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544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今天这场，必须赢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7160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800" y="137160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5544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925" y="2377440"/>
            <a:ext cx="5441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19456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37744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一亩地的账本 vs 一粒球的梦想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9456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219456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237744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01752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925" y="3200400"/>
            <a:ext cx="5441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01752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20040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村里办比赛，安全谁负责？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301752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3200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301752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320040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4048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6565" y="4023360"/>
            <a:ext cx="5035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84048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02336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84048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402336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足球精神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65s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4048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402336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663440"/>
            <a:ext cx="5029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275" y="4846320"/>
            <a:ext cx="53784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4663440"/>
            <a:ext cx="502920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484632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4663440"/>
            <a:ext cx="256032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48463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兵味文化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60s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29800" y="4663440"/>
            <a:ext cx="1097280" cy="77724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21240" y="484632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486400"/>
            <a:ext cx="502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990" y="5669280"/>
            <a:ext cx="53213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2D5016"/>
                </a:solidFill>
                <a:latin typeface="Arial" panose="020B0604020202020204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548640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669280"/>
            <a:ext cx="4846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333333"/>
                </a:solidFill>
                <a:latin typeface="Arial" panose="020B0604020202020204"/>
              </a:defRPr>
            </a:pPr>
            <a:r>
              <a:t>我们的下一步：让冠军村被看见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80760" y="5486400"/>
            <a:ext cx="25603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0" y="5669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体育政策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333333"/>
                </a:solidFill>
                <a:latin typeface="Arial" panose="020B0604020202020204"/>
              </a:defRPr>
            </a:pPr>
            <a:r>
              <a:t>50s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29800" y="548640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921240" y="5669280"/>
            <a:ext cx="960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D4A017"/>
                </a:solidFill>
                <a:latin typeface="Arial" panose="020B0604020202020204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D4A017"/>
                </a:solidFill>
                <a:latin typeface="Arial" panose="020B0604020202020204"/>
              </a:defRPr>
            </a:pPr>
            <a:r>
              <a:t>🔥 爆款潜力 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Arial" panose="020B0604020202020204"/>
              </a:defRPr>
            </a:pPr>
            <a:r>
              <a:t>🥇 #22 致在外打工的屯军营人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E6C8"/>
                </a:solidFill>
                <a:latin typeface="Arial" panose="020B0604020202020204"/>
              </a:defRPr>
            </a:pPr>
            <a:r>
              <a:t>足球精神 · 65s · ⭐⭐⭐⭐⭐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632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情感向，直击在外游子共鸣 —— 预计传播力最高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38328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Arial" panose="020B0604020202020204"/>
              </a:defRPr>
            </a:pPr>
            <a:r>
              <a:t>🥈 #20 一亩地的账本 vs 一粒球的梦想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7490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E6C8"/>
                </a:solidFill>
                <a:latin typeface="Arial" panose="020B0604020202020204"/>
              </a:defRPr>
            </a:pPr>
            <a:r>
              <a:t>兵味文化 · 55s · ⭐⭐⭐⭐⭐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9776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最强乡村足球视觉符号 —— 破圈能力最强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9768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FFFF"/>
                </a:solidFill>
                <a:latin typeface="Arial" panose="020B0604020202020204"/>
              </a:defRPr>
            </a:pPr>
            <a:r>
              <a:t>🥉 #11 城里人看不懂的农村足球规矩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6634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E6C8"/>
                </a:solidFill>
                <a:latin typeface="Arial" panose="020B0604020202020204"/>
              </a:defRPr>
            </a:pPr>
            <a:r>
              <a:t>兵味文化 · 50s · ⭐⭐⭐⭐⭐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89204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FFFFF"/>
                </a:solidFill>
                <a:latin typeface="Arial" panose="020B0604020202020204"/>
              </a:defRPr>
            </a:pPr>
            <a:r>
              <a:t>城乡反差天然流量密码 —— 分享率最高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000" b="1">
                <a:solidFill>
                  <a:srgbClr val="FFFFFF"/>
                </a:solidFill>
                <a:latin typeface="Arial" panose="020B0604020202020204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FFFFF"/>
                </a:solidFill>
                <a:latin typeface="Arial" panose="020B0604020202020204"/>
              </a:defRPr>
            </a:pPr>
            <a:r>
              <a:t>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D5016"/>
                </a:solidFill>
                <a:latin typeface="Arial" panose="020B0604020202020204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5943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298448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完成对标账号分析：烟消云/范文栋/小江支书/张爱军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298448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D4A017"/>
                </a:solidFill>
                <a:latin typeface="Arial" panose="020B0604020202020204"/>
              </a:defRPr>
            </a:pPr>
            <a:r>
              <a:t>✅ 已完成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47088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56816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56816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确定账号人设：村支书+冠军教练双重身份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56816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D4A017"/>
                </a:solidFill>
                <a:latin typeface="Arial" panose="020B0604020202020204"/>
              </a:defRPr>
            </a:pPr>
            <a:r>
              <a:t>✅ 已定调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05456"/>
            <a:ext cx="10972800" cy="5943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15184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15184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用手机试拍脚本1（我是王支书，也是冠军教练），看镜头状态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15184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样片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73552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273552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盘村资源：老照片、老奖杯、愿出镜的老人和老兵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73552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22192"/>
            <a:ext cx="10972800" cy="5943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🟡 本周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931920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注册抖音+视频号，账号名建议：屯军营村·王支书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319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账号注册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90288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🟢 两周内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590288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拍完前3条（W1脚本①②③）→ 冷启动发布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90288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首发内容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38928"/>
            <a:ext cx="10972800" cy="5943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248656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🟢 两周内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248656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搭建评论回复SOP：村民互动+政策咨询+足球讨论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248656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运营手册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797296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907024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D5016"/>
                </a:solidFill>
                <a:latin typeface="Arial" panose="020B0604020202020204"/>
              </a:defRPr>
            </a:pPr>
            <a:r>
              <a:t>🟢 一个月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5907024"/>
            <a:ext cx="5943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333333"/>
                </a:solidFill>
                <a:latin typeface="Arial" panose="020B0604020202020204"/>
              </a:defRPr>
            </a:pPr>
            <a:r>
              <a:t>完成8周24条脚本首轮拍摄，进入稳定更新节奏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907024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888888"/>
                </a:solidFill>
                <a:latin typeface="Arial" panose="020B0604020202020204"/>
              </a:defRPr>
            </a:pPr>
            <a:r>
              <a:t>→ 内容储备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D4A017"/>
                </a:solidFill>
                <a:latin typeface="Arial" panose="020B0604020202020204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FFFFFF"/>
                </a:solidFill>
                <a:latin typeface="Arial" panose="020B0604020202020204"/>
              </a:defRPr>
            </a:pPr>
            <a:r>
              <a:t>24条脚本已就绪，三条栏目线全线推进 —— 从长城脚下踢出来的冠军村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888888"/>
                </a:solidFill>
                <a:latin typeface="Arial" panose="020B0604020202020204"/>
              </a:defRPr>
            </a:pPr>
            <a:r>
              <a:t>延庆区屯军营村 · 足球专题版 v2.0 · 2026年6月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  <a:latin typeface="Arial" panose="020B0604020202020204"/>
              </a:defRPr>
            </a:pPr>
            <a:r>
              <a:t>发布节奏：每周二/四/六 晚18:30  |  总时长约21分钟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5122</Words>
  <Application>WPS 演示</Application>
  <PresentationFormat>On-screen Show (4:3)</PresentationFormat>
  <Paragraphs>776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6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大大怪将军</cp:lastModifiedBy>
  <cp:revision>2</cp:revision>
  <dcterms:created xsi:type="dcterms:W3CDTF">2013-01-27T09:14:00Z</dcterms:created>
  <dcterms:modified xsi:type="dcterms:W3CDTF">2026-06-01T08:16:06Z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6D11DA47C4C54823956AA7F09B9FFD55_12</vt:lpwstr>
  </property>
  <property fmtid="{D5CDD505-2E9C-101B-9397-08002B2CF9AE}" pid="3" name="KSOProductBuildVer">
    <vt:lpwstr>2052-12.1.0.26895</vt:lpwstr>
  </property>
</Properties>
</file>