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1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560320"/>
            <a:ext cx="9418320" cy="36576"/>
          </a:xfrm>
          <a:prstGeom prst="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Skill Transfer from Futsal to Football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BBDD"/>
                </a:solidFill>
                <a:latin typeface="Calibri"/>
              </a:defRPr>
            </a:pPr>
            <a:r>
              <a:t>A Review of Evidence and Training Implications for Talent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99BB"/>
                </a:solidFill>
                <a:latin typeface="Calibri"/>
              </a:defRPr>
            </a:pPr>
            <a:r>
              <a:t>Hongxian An  ·  Loughborough University  ·  Pre-sessional Programme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Why This Topic?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Futsal as 'donor sport' for football talent development</a:t>
            </a:r>
          </a:p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Messi, Ronaldo, Neymar — started in futsal</a:t>
            </a:r>
          </a:p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89.6% of elite coaches believe futsal benefits football</a:t>
            </a:r>
          </a:p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But: which skills transfer?  what is the evidence?  all ages?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Travassos et al. (2018)  ·  Yiannaki et al. (2026)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124E"/>
                </a:solidFill>
                <a:latin typeface="Calibri"/>
              </a:defRPr>
            </a:pPr>
            <a:r>
              <a:t>Belief is strong — but empirical evidence is still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Theme 1: WHAT Skills Can Transfer?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Passing · Tactical skills · Quick decision-making</a:t>
            </a:r>
          </a:p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Futsal environment → rapid decisions + technical repetition</a:t>
            </a:r>
          </a:p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       smaller pitch  ·  fewer players  ·  heavier ball</a:t>
            </a:r>
          </a:p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Complementary affordances — actions close enough to transfer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80560"/>
            <a:ext cx="10515600" cy="109728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124E"/>
                </a:solidFill>
                <a:latin typeface="Calibri"/>
              </a:defRPr>
            </a:pPr>
            <a:r>
              <a:t>⚠  Gap: Peña-Ardila (2026) = review  |  Travassos (2018) = theory  |  Yiannaki (2026) = coach opinions</a:t>
            </a:r>
            <a:br/>
            <a:r>
              <a:t>      All three agree futsal helps — but need empirical data to confirm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Peña-Ardila (2026)  ·  Travassos et al. (2018)  ·  Yiannaki et al. (2026)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124E"/>
                </a:solidFill>
                <a:latin typeface="Calibri"/>
              </a:defRPr>
            </a:pPr>
            <a:r>
              <a:t>Theory and coaches agree — now we need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Theme 2: EVIDENCE for Skill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●  Oppici et al. (2018) — RCT: futsal group outperformed football group</a:t>
            </a:r>
          </a:p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       ES = 2.98 ★★★  (very large effect on passing accuracy)</a:t>
            </a:r>
          </a:p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●  Peña-Ardila (2026) — Meta-analysis: pooled SMD = 1.43</a:t>
            </a:r>
          </a:p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       confirms transfer effect across studies</a:t>
            </a:r>
          </a:p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●  Machado et al. (2024) — Brazilian female pros: more futsal hours</a:t>
            </a:r>
          </a:p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       →  better decision-making  ('specialised diversification')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029200"/>
            <a:ext cx="10515600" cy="7315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74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124E"/>
                </a:solidFill>
                <a:latin typeface="Calibri"/>
              </a:defRPr>
            </a:pPr>
            <a:r>
              <a:t>⚠  Not all skills equal: dribbling results differ between lab and field  ·  futsal ≠ football movement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Oppici et al. (2018)  ·  Peña-Ardila (2026)  ·  Machado et al. (2024)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124E"/>
                </a:solidFill>
                <a:latin typeface="Calibri"/>
              </a:defRPr>
            </a:pPr>
            <a:r>
              <a:t>Evidence strongly supports passing transfer — but skill type matters.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Theme 3: HOW to Design Training?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●  Futsal constraints:  smaller field  ·  low-bounce ball  ·  hard surface  ·  boundaries</a:t>
            </a:r>
          </a:p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●  Attention adaptation = key mechanism for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0000"/>
                </a:solidFill>
                <a:latin typeface="Calibri"/>
              </a:defRPr>
            </a:pPr>
            <a:r>
              <a:t>★  Age matters (Nunes et al., 2021):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    U11  →  needs LARGER space  (focus on ball, no tactical organisation)</a:t>
            </a:r>
          </a:p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    U15  →  no significant difference across pitch sizes</a:t>
            </a:r>
          </a:p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    U23  →  benefits from SMALLER space  (more pressure → faster decisions)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937760"/>
            <a:ext cx="10515600" cy="7315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124E"/>
                </a:solidFill>
                <a:latin typeface="Calibri"/>
              </a:defRPr>
            </a:pPr>
            <a:r>
              <a:t>⚠  Same constraints → different effects at different ages.  Training is NOT one-size-fits-all.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Yiannaki et al. (2026)  ·  Oppici et al. (2018)  ·  Nunes et al. (2021)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124E"/>
                </a:solidFill>
                <a:latin typeface="Calibri"/>
              </a:defRPr>
            </a:pPr>
            <a:r>
              <a:t>Smaller for seniors, larger for kids — reverse your intuition.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Conclusion &amp;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Practical Framework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① Divide pitch (105×68m) → futsal zones (40×20m)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② Video analysis → identify problem areas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③ 4v4 / 5v5 in targeted zones with tactical focus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④ Gradually return to 11v11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Two conditions: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·  Futsal complements — not replaces — football (Travassos, 2018)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·  Adapt area by age: smaller → mature, larger → developing (Nunes, 2021)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Reflection (Rolfe, 2001)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What?  Synthesising 7 sources across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         3 themes was difficult.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So what?  A note-making matrix is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         essential for finding connections.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Now what?  Start the matrix earlier in</a:t>
            </a: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          the reading process next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120640"/>
            <a:ext cx="10972800" cy="64008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124E"/>
                </a:solidFill>
                <a:latin typeface="Calibri"/>
              </a:defRPr>
            </a:pPr>
            <a:r>
              <a:t>⚠  Gap: futsal has no offside → centre-backs may struggle, midfielders/forwards may benefit more.  Needs research.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Travassos et al. (2018)  ·  Nunes et al. (2021)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124E"/>
                </a:solidFill>
                <a:latin typeface="Calibri"/>
              </a:defRPr>
            </a:pPr>
            <a:r>
              <a:t>Evidence + age-appropriate design + position-specific caution = practical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Machado, G., González-Víllora, S. and Teoldo, I. (2024). Contribution of deliberate practice, play, and futsal to the acquisition of decision-making skills in Brazilian professional female soccer players. International Journal of Sport and Exercise Psychology, 22(3), pp. 756–774.</a:t>
            </a:r>
          </a:p>
          <a:p>
            <a:pPr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Nunes, N.A., Gonçalves, B., Davids, K., Esteves, P. and Travassos, B. (2021). How manipulation of playing area dimensions in ball possession games constrains physical effort and technical actions in under-11, under-15 and under-23 soccer players. Research in Sports Medicine, 29(2), pp. 170–184.</a:t>
            </a:r>
          </a:p>
          <a:p>
            <a:pPr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Oppici, L., Panchuk, D., Serpiello, F.R. and Farrow, D. (2018). Futsal task constraints promote transfer of passing skill to soccer task constraints. European Journal of Sport Science, 18(8), pp. 1123–1131.</a:t>
            </a:r>
          </a:p>
          <a:p>
            <a:pPr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Peña-Ardila, E.F. (2026). Transfer of technical and tactical skills from futsal to soccer: A systematic review and meta-analysis of the 'donor sport' concept. Perceptual and Motor Skills, 0(0), pp. 1–21.</a:t>
            </a:r>
          </a:p>
          <a:p>
            <a:pPr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Travassos, B., Araújo, D. and Davids, K. (2018). Is futsal a donor sport for football?: Exploiting complementarity for early diversification in talent development. Science and Medicine in Football, 2(1), pp. 66–70.</a:t>
            </a:r>
          </a:p>
          <a:p>
            <a:pPr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Yiannaki, C., Toering, T., Collins, D. and Carling, C. (2026). The role of futsal in football talent development: A qualitative analysis of expert coach perceptions. Football Studies, 1, 100042.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