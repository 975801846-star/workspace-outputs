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3.xml"/><Relationship Id="rId34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屯军营村 · 王支书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短视频账号策划方案 v2.0（内部讨论稿）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 · 屯军营村  |  2026年6月 · 足球专题版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聚焦足球 · 冠军村IP · 4阶变现路径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项目背景：为什么改版？从 v1.0 到 v2.0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📌 v1.0 → v2.0 方向升级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🎯 核心转变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25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从「村支书的日常记录」→「一支球队在振兴一个村」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🏘 v1.0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内容分散(13条6方向) / 无差异化(雷同其他村支书号) / 未发挥足球+冠军核心优势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0040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📱 v2.0 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聚焦足球(24条) / 冠军村IP壁垒 / 三条栏目线 / 阶梯变现规划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👥 栏目结构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🥇足球精神线 🥈兵味文化线 🥉体育政策线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💡 竞品空白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349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4个对标村支书账号均未切入体育赛道 → 足球是天然差异化壁垒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账号定位：三条新栏目线（替换原8大方向）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🎯 🥇 冠军村的足球精神线（主力栏目 · 每周二/四）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训练 &amp; 比赛纪实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凌晨训练 · 战术部署 · 雨中决战 · 夺冠时刻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完播率 / 互动率 / 粉丝增长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人物群像 &amp; 情感故事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村民评价 · 三代球员 · 致打工游子 · 冠军回忆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分享率 / 收藏率 / 粉丝粘性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赛场幕后 &amp; 破壁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比赛全流程 · 更衣室开会 · 战术板 · 场边指挥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评论互动率 / 二次传播率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一句话：「屯军营，踢出来的冠军村」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视觉锤：王支书一脚射门 / 球网抖动 / 夕阳球场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粉丝增长 / 二次传播率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🎯 🥈 兵味文化线 &amp; 🥉 体育政策线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屯军营兵味文化线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军屯历史 · 老兵故事 · 古今对话 · 乡村足球规矩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文化认同度 / 文旅关注 / 媒体报道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体育政策白话解读线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运动健康 · 升学政策 · 场地申请 · 赛事安全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收藏率 / 官方转发量 / 私信咨询量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兵味线：500年前练兵场今天冠军村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政策线：政策看不懂？王支书说给你听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发布：每周3条 周二·四·六 18:30 8周24条完整脚本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三条线一个声音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屯军营不只是一个村——是中国乡村体育的一张名片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文旅局合作 / 旅游转化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2011680"/>
            <a:ext cx="10332720" cy="2834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💡 v1→v2 核心升级总结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33333"/>
                </a:solidFill>
                <a:latin typeface="Microsoft YaHei"/>
              </a:defRPr>
            </a:pPr>
            <a:r>
              <a:t>主攻：E+F（人格化Vlog + 文化IP）</a:t>
            </a:r>
            <a:br/>
            <a:r>
              <a:t>辅助：D（政策解读引流）</a:t>
            </a:r>
            <a:br/>
            <a:r>
              <a:t>阶段测试：C（农业带货）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拍摄方向建议 · 对标分析：四个村支书账号 × 盈利逻辑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烟消云（驻村书记） · 高频带货型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村名自带IP属性</a:t>
            </a:r>
            <a:br/>
            <a:r>
              <a:t>"屯军"→明代长城驻军屯田→500年历史沉淀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村名来历（老人访谈+史料）</a:t>
            </a:r>
            <a:br/>
            <a:r>
              <a:t>• 村内老建筑/老树/老物件</a:t>
            </a:r>
            <a:br/>
            <a:r>
              <a:t>• 延庆长城防线联动</a:t>
            </a:r>
            <a:br/>
            <a:r>
              <a:t>• 军屯文化民俗探访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启示：要高频输出，但不能只靠王支书一个人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范文栋（一动作IP） &amp; 小江支书（少而精）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村支书个人出镜，真实记录</a:t>
            </a:r>
            <a:br/>
            <a:r>
              <a:t>不演、不摆、不念稿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骑车巡村、坐村口聊天</a:t>
            </a:r>
            <a:br/>
            <a:r>
              <a:t>• 处理村民事务（脱敏后）</a:t>
            </a:r>
            <a:br/>
            <a:r>
              <a:t>• 开会、下地、走访</a:t>
            </a:r>
            <a:br/>
            <a:r>
              <a:t>• 凌晨早起、熬夜写材料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需要一个标志动作成为视觉锤  |  不需日更也能建强人设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张爱军 · 产品锚型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用村民听得懂的话解释政策</a:t>
            </a:r>
            <a:br/>
            <a:r>
              <a:t>"王支书跟你说"系列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医保怎么报？三句话说清楚</a:t>
            </a:r>
            <a:br/>
            <a:r>
              <a:t>• 宅基地申请流程</a:t>
            </a:r>
            <a:br/>
            <a:r>
              <a:t>• 惠农补贴怎么领</a:t>
            </a:r>
            <a:br/>
            <a:r>
              <a:t>• 村民点菜→下期回答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19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「冠军村」就是我们的苹果  |  4类竞品均未切入体育=我们的蓝海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四阶梯变现路径：怎么盈利？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🏗 四阶梯变现路径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第1层</a:t>
            </a:r>
            <a:br/>
            <a:r>
              <a:t>定位层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王支书是谁？</a:t>
            </a:r>
            <a:br/>
            <a:r>
              <a:t>真实 · 接地气 · 有温度 · 能办事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第2层</a:t>
            </a:r>
            <a:br/>
            <a:r>
              <a:t>内容层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四大内容支柱</a:t>
            </a:r>
            <a:br/>
            <a:r>
              <a:t>日常工作+政策解读+村庄故事+Vlog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第3层</a:t>
            </a:r>
            <a:br/>
            <a:r>
              <a:t>运营层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抖音主+视频号辅</a:t>
            </a:r>
            <a:br/>
            <a:r>
              <a:t>每周3-5条 · 评论必回 · 周复盘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第4层</a:t>
            </a:r>
            <a:br/>
            <a:r>
              <a:t>转化层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成熟期 · 旅游
品牌赞助+直播
生态变现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第5层</a:t>
            </a:r>
            <a:br/>
            <a:r>
              <a:t>风险层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足球内容建信任 → 赛事聚人气 → 研学教育变现 → 体育旅游IP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各阶段盈利明细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内容期  |  初期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零变现 · 纯内容积累    |    开始拍摄即可 → 每周3条稳定更新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赛事期  |  中期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3774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村际邀请赛报名收入 · 体育局赛事合作 · 场边广告位  |  需有一定粉丝基础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428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研学期  |  后期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2899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青少年足球夏令营 · 企业团建 · 退役球员培训课  |  需内容影响力形成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文旅期  |  成熟期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体育旅游线路合作 · 运动品牌赞助 · 直播带货  |  需品牌成熟后探索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9495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532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变现信号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532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🚦内容积累→赛事合作  |  🚦用户主动咨询→推出体验产品  |  🚦官方关注→申请扶持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人设讨论：八周执行计划 &amp; 三条金线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八周执行节奏（1-4周）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每周3条 = 足球精神线(周二) + 兵味文化线(周四) + 体育政策线(周六)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W1
亮相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①我是王支书也是冠军教练 ②屯军营500年前练兵场 ③体育公园钱从哪来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W2
情感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④我们的球场荒地到绿茵 ⑤最老的老兵看踢球 ⑥孩子踢球体测加分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W3
热血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⑦凌晨五点半足球场 ⑧王支书战术板 ⑨扭了脚村医教看伤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W4
人物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⑩村民说支书踢球比干活拼 ⑪城里人不懂的足球规矩 ⑫建球场能申请多少补贴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→ 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→ 前4周目标：立人设、拉共鸣、展实力、挖深度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八周执行节奏（5-8周）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爆款TOP3：#10致打工游子 · #12城里人不懂的规矩 · #7村民说我们支书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W5
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大家觉得，⑬拿遍了延庆冠军 ⑭一颗球三代人 ⑮成年人踢球到底有啥用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W6
幕后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⑯一场比赛从准备到结束 ⑰村队开会吵起来了 ⑱体育特长生怎么走直来直去？还是耐心慢慢聊？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W7
对抗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⑲今天这场必须赢 ⑳一亩地账本vs一粒球梦想 ㉑办比赛安全谁负责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W8
展望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㉒致在外打工的屯军营人 ㉓从长城脚下到绿茵场上 ㉔让冠军村被看见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→ 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→ 后4周目标：秀成果、破壁感、造悬念、铺未来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🏆 三条金线：一句话记忆点 &amp; 视觉锤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每一条线在观众心中留下一个不可磨灭的印象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🥇 足球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一句：「屯军营，踢出来的冠军村」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🥈 文化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视觉锤：王支书一脚射门 / 球网剧烈抖动 / 夕阳下球场剪影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🥉 政策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一句：「500年前练兵场，今天冠军村」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视觉锤：长城烽火台 + 绿茵球场同框 / 老兵摸球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一句：「政策看不懂？王支书说给你听」· 视觉锤：王支书掰手指 / 字幕弹出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拍摄装备 &amp; 脚本框架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📷 三级拍摄装备清单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🥇 入门级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¥800-1500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iPhone 14+ / 安卓旗舰</a:t>
            </a:r>
            <a:br/>
            <a:r>
              <a:t>大疆 OM6 手机稳定器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用途：日常Vlog、走访跟拍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🥈 进阶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¥4000-8000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DJI Pocket 3</a:t>
            </a:r>
            <a:br/>
            <a:r>
              <a:t>罗德 Wireless GO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用途：画质升级、采访、讲解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🥉 专业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¥8000-15000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大疆 Mini 4 Pro</a:t>
            </a:r>
            <a:br/>
            <a:r>
              <a:t>补光灯 + 滑轨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用途：航拍、夜景、室内访谈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先入门，出爆款后再升级。必买：手机稳定器 + 无线领夹麦</a:t>
            </a:r>
            <a:br/>
            <a:r>
              <a:t>村支书账号讲究"真实感"，手机拍反而更接地气。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✍️ 脚本通用结构（30-90秒）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🪝 黄金钩子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0-7秒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冲突 / 悬念 / 反常识 / 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前3秒定生死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📖 核心内容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7-60秒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88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三段式：是什么→为什么→怎么办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信息密度高，节奏快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11480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51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💬 互动收尾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最后5秒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251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提问引导评论 / 下集预告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800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提高互动+关注转化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5016"/>
                </a:solidFill>
                <a:latin typeface="Microsoft YaHei"/>
              </a:defRPr>
            </a:pPr>
            <a:r>
              <a:t>三大栏目模板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冠军村足球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热血纪实 · 45-65s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兵味文化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文化故事 · 50-65s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500年前就是练兵场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19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体育政策解读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9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实用干货 · 40-50s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体育公园钱从哪来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24条成品脚本总览（8周×3栏目）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W1-W2（1-6条）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屯军营500年前就是练兵场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屯军营500年前就是练兵场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村民说：我们支书____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W3-W4（7-12条）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王支书的战术板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王支书的战术板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扭了脚别硬扛村医教看伤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扭了脚别硬扛村医教看伤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村民说我们支书踢球比干活拼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村民说我们支书踢球比干活拼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城里人看不懂的农村足球规矩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城里人看不懂的农村足球规矩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村里建球场能申请多少补贴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村里建球场能申请多少补贴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W5-W6（13-18条）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体育特长生怎么走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体育特长生怎么走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村民说：我们支书____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W7-W8（19-24条）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今天这场必须赢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今天这场必须赢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一亩地账本 vs 一粒球梦想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一亩地账本 vs 一粒球梦想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村里办比赛安全谁负责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村里办比赛安全谁负责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致在外打工的屯军营人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致在外打工的屯军营人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从长城脚下到绿茵场上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从长城脚下到绿茵场上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我们的下一步让冠军村被看见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我们的下一步让冠军村被看见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村民说：我们支书____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⭐⭐⭐⭐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18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🔥 🔥 爆款潜力 TOP 3（v2.0 足球版）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🥇 🥇 #10 致在外打工的屯军营人（足球+乡愁版）—— W8发布，情感核弹
🥈 #12 城里人看不懂的农村足球规矩 —— 城乡反差破圈利器
🥉 #7 村民说我们支书踢球比干活还拼 —— 真实评价信任感拉满屯军营人</a:t>
            </a:r>
            <a:br/>
            <a:r>
              <a:t>       情感向，直击在外游子共鸣 —— 预计传播力最高</a:t>
            </a:r>
            <a:br/>
            <a:br/>
            <a:r>
              <a:t>🥈 #12  城里人看不懂的农村规矩</a:t>
            </a:r>
            <a:br/>
            <a:r>
              <a:t>       城乡反差，天然流量密码 —— 破圈能力最强</a:t>
            </a:r>
            <a:br/>
            <a:br/>
            <a:r>
              <a:t>🥉 #7   村民说：我们支书____</a:t>
            </a:r>
            <a:br/>
            <a:r>
              <a:t>       真实评价不做作 —— 信任感拉满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启动行动清单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✅ 立即行动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找4个对标村支书账号，拆解爆款内容逻辑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对标分析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31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根据讨论结果，确定账号人设和风格方向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人设定调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375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37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用手机试拍脚本1（自我介绍），看镜头状态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样片×2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343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盘村资源：老照片、老物件、愿出镜的老人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资源清单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🟢 两周内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492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拍完3-5条 → 注册账号 → 冷启动发布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W1三条首发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屯军营，开拍！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24条脚本已就绪 · 8周执行计划 · 4阶变现路径，只等第一声 "Action"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延庆区屯军营村 · 延庆区屯军营村 · 王支书 · v2.0 · 2026年6月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