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Effective Teamwork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0" i="0">
                <a:solidFill>
                  <a:srgbClr val="D8C8E8"/>
                </a:solidFill>
                <a:latin typeface="Calibri"/>
              </a:rPr>
              <a:t>Discover your team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B9A6D0"/>
                </a:solidFill>
                <a:latin typeface="Calibri"/>
              </a:rPr>
              <a:t>A quick personality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A Quick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Effective Teamwork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600" b="1" i="0">
                <a:solidFill>
                  <a:srgbClr val="30124E"/>
                </a:solidFill>
                <a:latin typeface="Calibri"/>
              </a:rPr>
              <a:t>Do you know what role you are best at in a team?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Let's find out with a short test.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Answer four simple questions.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Remember your four letters as you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You do not need to share anything yet - just remember your letters.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Question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Remember your 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30124E"/>
                </a:solidFill>
                <a:latin typeface="Calibri"/>
              </a:rPr>
              <a:t>Where do you focus your attention?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Extroverts gain energy from being with others and think out 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Introverts gain energy from time alone and think quietly.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Question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Remember your 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30124E"/>
                </a:solidFill>
                <a:latin typeface="Calibri"/>
              </a:rPr>
              <a:t>How do you take in information?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Sensing types trust concrete facts and what is practical.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Intuition types trust instincts and imagination.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Question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Remember your 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30124E"/>
                </a:solidFill>
                <a:latin typeface="Calibri"/>
              </a:rPr>
              <a:t>How do you make decisions?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Thinking types step back and analyse, valuing truth and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Feeling types consider the effect on people and value harmony.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Question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Remember your 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30124E"/>
                </a:solidFill>
                <a:latin typeface="Calibri"/>
              </a:rPr>
              <a:t>How do you deal with the world?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Judging types like decisions made and clear plans.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926080"/>
            <a:ext cx="5303520" cy="2194560"/>
          </a:xfrm>
          <a:prstGeom prst="rect">
            <a:avLst/>
          </a:prstGeom>
          <a:solidFill>
            <a:srgbClr val="F5F0FA"/>
          </a:solidFill>
          <a:ln w="1778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502379"/>
                </a:solidFill>
                <a:latin typeface="Calibri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0040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Perceiving types like to keep options open and adapt.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502379"/>
                </a:solidFill>
                <a:latin typeface="Calibri"/>
              </a:rPr>
              <a:t>Remember your four 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Calibri"/>
              </a:rPr>
              <a:t>Time to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You now have four letters, for example: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310896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24612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10896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24612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310896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24612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502379"/>
                </a:solidFill>
                <a:latin typeface="Calibri"/>
              </a:rPr>
              <a:t>One by one, share your four letters.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We will look up each result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