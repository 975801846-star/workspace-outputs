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内容分散：13条覆盖6方向 / 无差异化：跟其他村支书号雷同 / 未发挥核心优势：足球和冠军 / 变现路径模糊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聚焦足球：24条脚本全部围绕足球 / 建立壁垒：冠军村IP无法复制 / 三条栏目线：每周固定节奏 / 变现前置：阶梯式规划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🥇足球精神线（主力） 🥈兵味文化线（壁垒） 🥉体育政策线（涨粉）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🥇 冠军村的足球精神线（主力栏目 · 每周二/四发布）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冠军之路回忆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一句话记忆点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大白话解释惠农政策、医保、宅基地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🥈 兵味文化线 &amp; 🥉 体育政策线（每周四/六 · 六/一发布）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一句话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「500年前练兵场，今天冠军村」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「政策看不懂？王支书说给你听」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三条线关系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足球精神线=建立认知 · 兵味文化线=强化壁垒 · 政策线=涨粉+信任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发布节奏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 |  周二·四·六 18:30  |  8周24条完整脚本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三条线关系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v1.0：村支书的日常 → v2.0：冠军村的足球IP</a:t>
            </a:r>
            <a:br/>
            <a:r>
              <a:t>v1.0：13条散装脚本 → v2.0：8周×3栏目=24条系统脚本</a:t>
            </a:r>
            <a:br/>
            <a:r>
              <a:t>v1.0：变现靠农产品 → v2.0：赛事→研学→文旅四阶梯变现</a:t>
            </a:r>
            <a:br/>
            <a:r>
              <a:t>v1.0：无对标分析 → v2.0：4个对标号深度拆解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内容引流 → IP信任 → 橱窗带货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 · 一动作IP型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公益IP → 政府背书 → 直播变现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启示：需要一个标志动作成为账号的视觉锤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小江支书(少而精) &amp; 张爱军(产品锚)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小江：34作品·77万赞，少而精=高粘性</a:t>
            </a:r>
            <a:br/>
            <a:r>
              <a:t>张爱军：105作品·678万赞，「苹果第一镇」=零成本认知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竞品天花板=带货GMV · 我们的天花板=赛事+研学+文旅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1  内容期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初期 · 零变现
纯内容积累
积累信任</a:t>
            </a:r>
            <a:br/>
            <a:r>
              <a:t>纯内容积累</a:t>
            </a:r>
            <a:br/>
            <a:r>
              <a:t>纯内容积累阶段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2  赛事期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月3-6 · 邀请赛</a:t>
            </a:r>
            <a:br/>
            <a:r>
              <a:t>报名费+体育局</a:t>
            </a:r>
            <a:br/>
            <a:r>
              <a:t>赛事探索阶段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3  研学期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月6-9 · 夏令营</a:t>
            </a:r>
            <a:br/>
            <a:r>
              <a:t>企业团建+培训</a:t>
            </a:r>
            <a:br/>
            <a:r>
              <a:t>品牌建设阶段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4  文旅期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信任→关注→铁粉→办事/购买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💰  盈利逻辑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月1-3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纯内容积累    |    开始拍摄即可 → 每周3条稳定更新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月3-6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村际邀请赛报名收入 · 体育局赛事合作 · 场边广告位  |  需有一定粉丝基础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月6-9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青少年足球夏令营 · 企业团建 · 退役球员培训课  |  需内容影响力形成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月9-12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体育旅游线路合作 · 运动品牌赞助 · 直播带货  |  需品牌成熟后探索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🚦内容积累→赛事合作  |  🚦用户主动咨询→推出体验产品  |  🚦官方关注→申请扶持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W1：①我是王支书也是冠军教练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W2：④我们的球场荒地到绿茵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W3：⑦凌晨五点半足球场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W4：⑩村民说支书踢球比干活拼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W5：⑬拿遍了延庆冠军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W6：⑯一场比赛从准备到结束 ⑰村队开会吵起来了 ⑱体育特长生怎么走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W7：⑲今天这场必须赢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W8：㉒致在外打工的屯军营人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视觉锤：长城烽火台 + 绿茵球场同框 / 老兵摸球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🥉 体育政策线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一句：「政策看不懂？王支书说给你听」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视觉锤：王支书掰手指 / 字幕逐条弹出 / 政策文件翻动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🎯 三条线一个声音：屯军营不只是一个村——是中国乡村体育的一张名片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三大栏目模板（v2.0 足球专题版）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热血纪实型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实用干货型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例：体育公园钱从哪来？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W1-W4（1-12条）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W5-W8（13-24条）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体育特长生怎么走一条路说清楚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体育特长生怎么走一条路说清楚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#10 致在外打工的屯军营人（足球+乡愁版）—— W8发布，情感核弹，直击游子</a:t>
            </a:r>
            <a:br/>
            <a:r>
              <a:t>🥈 #12 城里人看不懂的农村足球规矩 —— 城乡反差破圈利器</a:t>
            </a:r>
            <a:br/>
            <a:r>
              <a:t>🥉 #7 村民说我们支书踢球比干活还拼 —— 真实评价不做作信任感拉满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对标分析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跟王支书确认足球方向，确定人设关键词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用手机试拍W1-①自我介绍+W1-②练兵场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盘足球资源：冠军奖杯、老照片、老队员故事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拍完前4条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王支书支书 · v2.0 · 2026年6月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