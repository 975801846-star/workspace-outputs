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Effective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D8C8E8"/>
                </a:solidFill>
                <a:latin typeface="Calibri"/>
              </a:rPr>
              <a:t>Myers-Briggs Personality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B9A6D0"/>
                </a:solidFill>
                <a:latin typeface="Calibri"/>
              </a:rPr>
              <a:t>A simplified MBTI questionnaire to find your best group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9A8AB0"/>
                </a:solidFill>
                <a:latin typeface="Calibri"/>
              </a:rPr>
              <a:t>Based on Carl Jung's theory of psychological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What is the MBTI?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Working in teams - Personality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We are all different, and we can all make a valuable contribution to group work.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MBTI looks at four dimensions of personality preference.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1.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Extraversion (E)  /  Introversion (I)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338328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5661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2.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41605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Sensing (S)  /  Intuition (N)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38328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5661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3.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1605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Thinking (T)  /  Feeling (F)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3383280"/>
            <a:ext cx="2651760" cy="1828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5661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502379"/>
                </a:solidFill>
                <a:latin typeface="Calibri"/>
              </a:rPr>
              <a:t>4.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41605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Judging (J)  /  Perceiving (P)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Q1  Extraversion / Introversion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3"/>
              </a:rPr>
              <a:t>Q2  Sensing / Intuition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4"/>
              </a:rPr>
              <a:t>Q3  Thinking / Feeling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5"/>
              </a:rPr>
              <a:t>Q4  Judging / Perceiving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Extraversion (E)  |  Introversion 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an extrovert or an introvert?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Extrovert (E)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Introvert 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rgbClr val="0563C1"/>
                </a:solidFill>
                <a:latin typeface="Calibri"/>
                <a:hlinkClick r:id="rId2"/>
              </a:rPr>
              <a:t>See the result for your answer  [click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Sensing (S)  |  Intuition 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sensing type or an intuitive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Sensing 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Intuition 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rgbClr val="0563C1"/>
                </a:solidFill>
                <a:latin typeface="Calibri"/>
                <a:hlinkClick r:id="rId2"/>
              </a:rPr>
              <a:t>See the result for your answer  [click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Thinking (T)  |  Feeling (F)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thinking type or a feeling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Thinking 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Feeling (F)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rgbClr val="0563C1"/>
                </a:solidFill>
                <a:latin typeface="Calibri"/>
                <a:hlinkClick r:id="rId2"/>
              </a:rPr>
              <a:t>See the result for your answer  [click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Question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Dimension: Judging (J)  |  Perceiving (P)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0124E"/>
                </a:solidFill>
                <a:latin typeface="Calibri"/>
              </a:rPr>
              <a:t>Are you more of a judging type or a perceiving type?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Judging (J)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303520" cy="146304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Perceiving 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rgbClr val="0563C1"/>
                </a:solidFill>
                <a:latin typeface="Calibri"/>
                <a:hlinkClick r:id="rId2"/>
              </a:rPr>
              <a:t>See the result for your answer  [click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Result - Extraversion (E)  |  Introversion (I)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Where do you focus your attention?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Extroverts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gain energy from being with others. They often think out loud and share their feelings easily.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Extroverts bring energy, spark discussion and connect the team with the outside world.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Introverts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gain energy from time alone. They think things through quietly and are more private about feelings.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Introverts bring depth, careful listening and well-thought-out ideas.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Result - Sensing (S)  |  Intuition 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How do you take in information?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Sensing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trust concrete facts and practical ideas. They value realism and common sense.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Sensing types keep the team grounded in facts, details and what actually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Intuitive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trust instincts and imagination. They like new ideas for their own sake.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Intuitive types see the big picture and bring fresh possibilities and innovation.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Result - Thinking (T)  |  Feeling (F)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How do you make decisions?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Thinking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step back and analyse. They value truth and logic, and can take a hard line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Thinking types keep decisions fair and logical, and are good at critiquing ideas.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Feeling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consider the effect on people. They look for compromise and value feeling.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Feeling types care for team harmony and make sure everyone is heard and supported.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Result - Judging (J)  |  Perceiving (P)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How do you deal with the world?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Judging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are happiest after decisions are made. They set goals and prefer clear plans.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Judging types organise the work, meet deadlines and push the team to finish.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03520" cy="41148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Perceiving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like to keep options open. They adapt well to new situations.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Calibri"/>
              </a:rPr>
              <a:t>Team contribution: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Perceiving types stay flexible and help the team adapt when things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u="sng">
                <a:solidFill>
                  <a:srgbClr val="0563C1"/>
                </a:solidFill>
                <a:latin typeface="Calibri"/>
                <a:hlinkClick r:id="rId2"/>
              </a:rPr>
              <a:t>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502379"/>
                </a:solidFill>
                <a:latin typeface="Calibri"/>
              </a:rPr>
              <a:t>16 Personality Types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Your four letters together make one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ISTJ  Inspector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737360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ISFJ  Protector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28800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INFJ  Advocate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737360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3728" y="1828800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INTJ  Architect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05456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596896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ISTP  Crafter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505456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596896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ISFP  Artist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505456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96896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INFP  Healer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505456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596896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INTP  Thinker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73552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2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ESTP  Persuader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273552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3364992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ESFP  Performer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73552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364992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ENFP  Champion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273552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3364992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ENTP  Debater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41648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133087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ESTJ  Director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041648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4133087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ESFJ  Caregiver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41648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133087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ENFJ  Teacher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041648"/>
            <a:ext cx="2697480" cy="658368"/>
          </a:xfrm>
          <a:prstGeom prst="rect">
            <a:avLst/>
          </a:prstGeom>
          <a:solidFill>
            <a:srgbClr val="F5F0FA"/>
          </a:solidFill>
          <a:ln w="1270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4133087"/>
            <a:ext cx="247802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502379"/>
                </a:solidFill>
                <a:latin typeface="Calibri"/>
              </a:rPr>
              <a:t>ENTJ  Commander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