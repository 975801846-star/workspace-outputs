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项目背景：为什么改版？从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内容分散(13条6方向) / 无差异化(雷同其他村支书号) / 未发挥足球+冠军核心优势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聚焦足球(24条) / 冠军村IP壁垒 / 三条栏目线 / 阶梯变现规划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 🥈兵味文化线 🥉体育政策线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账号定位：三条新栏目线（替换原8大方向）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🥇 冠军村的足球精神线（主力栏目 · 每周二/四）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一句话：「屯军营，踢出来的冠军村」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视觉锤：王支书一脚射门 / 球网抖动 / 夕阳球场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🥈 兵味文化线 &amp; 🥉 体育政策线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兵味线：500年前练兵场今天冠军村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政策线：政策看不懂？王支书说给你听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发布：每周3条 周二·四·六 18:30 8周24条完整脚本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三条线一个声音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屯军营不只是一个村——是中国乡村体育的一张名片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拍摄方向建议 · 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村名自带IP属性</a:t>
            </a:r>
            <a:br/>
            <a:r>
              <a:t>"屯军"→明代长城驻军屯田→500年历史沉淀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村名来历（老人访谈+史料）</a:t>
            </a:r>
            <a:br/>
            <a:r>
              <a:t>• 村内老建筑/老树/老物件</a:t>
            </a:r>
            <a:br/>
            <a:r>
              <a:t>• 延庆长城防线联动</a:t>
            </a:r>
            <a:br/>
            <a:r>
              <a:t>• 军屯文化民俗探访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范文栋（一动作IP） &amp; 小江支书（少而精）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村支书个人出镜，真实记录</a:t>
            </a:r>
            <a:br/>
            <a:r>
              <a:t>不演、不摆、不念稿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骑车巡村、坐村口聊天</a:t>
            </a:r>
            <a:br/>
            <a:r>
              <a:t>• 处理村民事务（脱敏后）</a:t>
            </a:r>
            <a:br/>
            <a:r>
              <a:t>• 开会、下地、走访</a:t>
            </a:r>
            <a:br/>
            <a:r>
              <a:t>• 凌晨早起、熬夜写材料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需要一个标志动作成为视觉锤  |  不需日更也能建强人设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张爱军 · 产品锚型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用村民听得懂的话解释政策</a:t>
            </a:r>
            <a:br/>
            <a:r>
              <a:t>"王支书跟你说"系列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医保怎么报？三句话说清楚</a:t>
            </a:r>
            <a:br/>
            <a:r>
              <a:t>• 宅基地申请流程</a:t>
            </a:r>
            <a:br/>
            <a:r>
              <a:t>• 惠农补贴怎么领</a:t>
            </a:r>
            <a:br/>
            <a:r>
              <a:t>• 村民点菜→下期回答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「冠军村」就是我们的苹果  |  4类竞品均未切入体育=我们的蓝海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第1层</a:t>
            </a:r>
            <a:br/>
            <a:r>
              <a:t>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王支书是谁？</a:t>
            </a:r>
            <a:br/>
            <a:r>
              <a:t>真实 · 接地气 · 有温度 · 能办事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第2层</a:t>
            </a:r>
            <a:br/>
            <a: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四大内容支柱</a:t>
            </a:r>
            <a:br/>
            <a:r>
              <a:t>日常工作+政策解读+村庄故事+Vlog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第3层</a:t>
            </a:r>
            <a:br/>
            <a:r>
              <a:t>运营层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抖音主+视频号辅</a:t>
            </a:r>
            <a:br/>
            <a:r>
              <a:t>每周3-5条 · 评论必回 · 周复盘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第4层</a:t>
            </a:r>
            <a:br/>
            <a:r>
              <a:t>转化层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成熟期 · 旅游
品牌赞助+直播
生态变现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第5层</a:t>
            </a:r>
            <a:br/>
            <a:r>
              <a:t>风险层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初期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纯内容积累    |    开始拍摄即可 → 每周3条稳定更新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中期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村际邀请赛报名收入 · 体育局赛事合作 · 场边广告位  |  需有一定粉丝基础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青少年足球夏令营 · 企业团建 · 退役球员培训课  |  需内容影响力形成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成熟期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体育旅游线路合作 · 运动品牌赞助 · 直播带货  |  需品牌成熟后探索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🚦内容积累→赛事合作  |  🚦用户主动咨询→推出体验产品  |  🚦官方关注→申请扶持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人设讨论：八周执行计划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W1
亮相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W2
情感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W3
热血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W4
人物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W5
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大家觉得，⑬拿遍了延庆冠军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W6
幕后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⑯一场比赛从准备到结束 ⑰村队开会吵起来了 ⑱体育特长生怎么走直来直去？还是耐心慢慢聊？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W7
对抗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W8
展望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 足球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一句：「屯军营，踢出来的冠军村」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🥈 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视觉锤：王支书一脚射门 / 球网剧烈抖动 / 夕阳下球场剪影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🥉 政策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一句：「500年前练兵场，今天冠军村」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视觉锤：长城烽火台 + 绿茵球场同框 / 老兵摸球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一句：「政策看不懂？王支书说给你听」· 视觉锤：王支书掰手指 / 字幕弹出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体育公园钱从哪来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W1-W2（1-6条）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W3-W4（7-12条）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W5-W6（13-18条）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W7-W8（19-24条）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🥇 #10 致在外打工的屯军营人（足球+乡愁版）—— W8发布，情感核弹
🥈 #12 城里人看不懂的农村足球规矩 —— 城乡反差破圈利器
🥉 #7 村民说我们支书踢球比干活还拼 —— 真实评价信任感拉满屯军营人</a:t>
            </a:r>
            <a:br/>
            <a:r>
              <a:t>       情感向，直击在外游子共鸣 —— 预计传播力最高</a:t>
            </a:r>
            <a:br/>
            <a:br/>
            <a:r>
              <a:t>🥈 #12  城里人看不懂的农村规矩</a:t>
            </a:r>
            <a:br/>
            <a:r>
              <a:t>       城乡反差，天然流量密码 —— 破圈能力最强</a:t>
            </a:r>
            <a:br/>
            <a:br/>
            <a:r>
              <a:t>🥉 #7   村民说：我们支书____</a:t>
            </a:r>
            <a:br/>
            <a:r>
              <a:t>       真实评价不做作 —— 信任感拉满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对标分析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根据讨论结果，确定账号人设和风格方向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用手机试拍脚本1（自我介绍），看镜头状态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延庆区屯军营村 · 王支书 · v2.0 · 2026年6月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