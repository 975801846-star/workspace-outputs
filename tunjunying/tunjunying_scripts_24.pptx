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468880"/>
            <a:ext cx="1097280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800" b="1">
                <a:solidFill>
                  <a:srgbClr val="FFFFFF"/>
                </a:solidFill>
                <a:latin typeface="微软雅黑"/>
              </a:defRPr>
            </a:pPr>
            <a:r>
              <a:t>🏆 屯军营村·王支书</a:t>
            </a:r>
            <a:br/>
            <a:r>
              <a:t>24条拍摄脚本 v2.0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0">
                <a:solidFill>
                  <a:srgbClr val="CCDDBB"/>
                </a:solidFill>
                <a:latin typeface="微软雅黑"/>
              </a:defRPr>
            </a:pPr>
            <a:r>
              <a:t>8周完整脚本 | 足球专题版 | 三大栏目线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500" b="0">
                <a:solidFill>
                  <a:srgbClr val="AABB99"/>
                </a:solidFill>
                <a:latin typeface="微软雅黑"/>
              </a:defRPr>
            </a:pPr>
            <a:r>
              <a:t>🥇 足球精神线    🥈 兵味文化线    🥉 体育政策线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0">
                <a:solidFill>
                  <a:srgbClr val="99AA88"/>
                </a:solidFill>
                <a:latin typeface="微软雅黑"/>
              </a:defRPr>
            </a:pPr>
            <a:r>
              <a:t>发布：每周二/四/六 18:30    总时长：约21分钟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6126480"/>
            <a:ext cx="9601200" cy="25400"/>
          </a:xfrm>
          <a:prstGeom prst="rect">
            <a:avLst/>
          </a:prstGeom>
          <a:solidFill>
            <a:srgbClr val="55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W1-①  我是王支书，也是冠军教练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栏目：足球精神线  |  时长：55秒  |  主角：王支书（单人）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拍摄地：村委会 → 体育公园球场  |  预估：40分钟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[0-3秒]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王支书穿白衬衫，背对镜头站在「屯军营村党支部」牌子前，突然转身。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阳光打在牌子上，「屯军营」三个字清晰。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环境音（鸟叫、远处狗吠），无旁白，留1秒静默制造期待。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[3-8秒]  近景·手持跟拍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王支书走向镜头，边走边说话，镜头轻微晃动有呼吸感。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台词：大家好，我是王支书。延庆区屯军营村的村支书。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语气随意，不书面。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[8-16秒]  中景·侧面跟拍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王支书走到办公桌前，拿起一枚足球冠军奖牌，用袖子擦了擦。奖牌反光。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旁白：很多人觉得，村支书就是开会、填表、跑腿。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[16-25秒]  全景·慢动作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跳切！王支书已换上球衣，在夕阳下球场冲刺、接球、转身。草屑飞起。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场边同期声（年轻队员喊）：王哥！好球！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身份反差制造冲击力。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[25-35秒]  近景·固定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王支书面对镜头，球衣沾着草，喘着气笑，逆光下头发有汗珠。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台词：但我还有一个身份——屯军营村足球队的教练。也是场上踢中场的。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[35-45秒]  航拍·俯冲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无人机从球场中圈升起，拍到整个体育公园被村庄和远山环绕。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旁白：这个号，带你看一个冠军村，怎么靠足球踢出自己的路。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[45-50秒]  近景·固定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王支书站在中圈，一脚把球踢向镜头，足球迎面而来。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字幕弹出：屯军营，踢出来的冠军村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[50-55秒]  黑屏·字幕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白字居中：关注我，每周二四六更新。一起见证。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道具：白衬衫+党徽、球衣、冠军奖牌（擦亮）、足球  |  BGM：0-25s安静吉他 → 25s鼓点渐入 → 35s激昂管弦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W1-②  屯军营，500年前就是「练兵场」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栏目：兵味文化线  |  时长：60秒  |  主角：王支书 + 村内老人（85岁+）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拍摄地：村口牌坊 → 老营房遗址 → 老人家  |  预估：1.5小时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[0-3秒]  特写·仰拍→拉开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无人机从村口「屯军营」石牌坊的「营」字快速拉升，青苔斑驳。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只有风声+一声沉闷鼓点。用「营」字制造悬念。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[3-10秒]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王支书站在牌坊下，仰头看牌坊后转头看镜头。身穿深色便装。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台词：屯军营——北京延庆的一个小村子。但你想过没有，为什么叫「军营」？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[10-22秒]  全景→近景·手持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王支书带镜头走到村后荒地，蹲下，手摸一截被杂草半掩的残墙。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台词：这截墙，是明朝的。当年这儿是长城防线，驻军屯田的地方。屯军就是驻扎部队，营就是营地。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手摸砖的动作体现敬畏。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[22-32秒]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王支书坐在老人家炕沿，室内暖光，墙上挂老照片。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王支书：大爷，咱村这名儿传了多少代了？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老人（方言）：我爷爷的爷爷那辈儿，就这么叫……以前老营房的砖，有的还压在咱房底下呢。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方言是灵魂，不翻译。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[32-42秒]  快切·蒙太奇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三个画面交叉：老人年轻时当兵黑白照 → 老营房残墙 → 今日球队在球场排兵布阵（俯拍，阵型如军阵）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旁白：500年前，这儿练的是兵。500年后，球场上练的是配合。都是——站好自己的位置，守住该守的线。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[42-52秒]  航拍·环绕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无人机从老营房遗址飞到体育公园——黄土残墙到绿茵球场。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旁白：军营变成了村庄，但那股劲儿，一直在。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[52-60秒]  近景·固定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王支书站在球场边，风吹动衣领，远处是夕阳下的远山。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台词：这就是屯军营的根。关注我，下期带你看我们的球场。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道具：老照片（提前借）、凳子  |  风险提示：老人不愿出镜做背影处理，历史细节需提前核实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W1-③  体育公园，钱从哪来？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栏目：体育政策线  |  时长：45秒  |  主角：王支书（单人）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拍摄地：体育公园 → 村委会  |  预估：30分钟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[0-3秒]  特写·固定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一只脚踩在崭新球场草坪上，球鞋陷进草里，露珠反光。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只有踩草声。感官开场。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[3-10秒]  全景·航拍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镜头拉开展示整个体育公园——跑道、器材区、足球场，清晨有人在跑步。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旁白：有人说，一个村建体育公园，是不是有点「奢侈」？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[10-20秒]  中景·手持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王支书走到跑道边拍健身器材，像介绍自家院子。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台词：我跟你说，这个公园国家有补贴。全民健身计划的钱，村里出了小头，上面补了大头。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[20-30秒]  近景·固定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王支书坐下，背景是村民在器材上锻炼，自然不摆拍。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台词：具体怎么申请？三样东西——项目报告、土地手续、配套资金。隔壁村也能办，找我拿模板。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[30-38秒]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一个老大爷在器材上拉伸，王支书走过帮他扶了一下，老人笑着拍王支书肩膀。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旁白：算一笔账——公园建好以后，村民看病少了，麻将桌少了，孩子有地方跑了。这钱花得值不值？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[38-45秒]  近景·固定 | 王支书对镜头竖起大拇指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台词：还有啥体育政策搞不明白的？评论区点菜，下期安排。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═══════════════════════════════════════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第二周 · 情感周（拉共鸣）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═══════════════════════════════════════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关键：政策数据需提前核实，避免信息错误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W2-①  我们的球场，从荒地到绿茵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栏目：足球精神线  |  时长：55秒  |  主角：王支书 + 3-4名老队员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拍摄地：球场（同一机位新旧对比）  |  预估：1小时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[0-3秒]  特写·推镜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一张褪色老照片占满屏幕——荒地上几个人踢球，满地石子。安静，只有风声。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用照片本身说话。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[3-10秒]  中景·手持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照片被一只手放下，露出同角度的现在——绿草如茵。色彩从旧到新。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台词：五年前，这就是一片荒草滩。石头比草多。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[10-20秒]  中景·访谈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老队员A（40岁+村民）坐在球场边，穿旧球衣，指着照片上的自己。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A：那时候踢一场球，回去腿上全是血口子。但就是喜欢，没办法。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[20-30秒]  中景·访谈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老队员B边系鞋带边说话。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B：后来王哥来了，说咱们建个正经球场。大家觉得他疯了。「疯了」制造戏剧性。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[30-40秒]  快切·蒙太奇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村民拿铁锹平地 → 王支书在镇里办公室门口等 → 推土机进场 → 铺草皮 → 第一场比赛开球。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旁白+轻快BGM：跑手续跑了三个月，平地干了两个夏天。2019年秋天，我们踢了第一场正经比赛。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[40-48秒]  全景·固定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现在的球场日落，孩子们在场上踢球，金色阳光洒满。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音乐渐弱，留白让画面说话。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[48-55秒]  近景·固定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王支书站在球场边，风吹头发，眼神有骄傲也有感慨。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台词：这草皮下面，埋着大家的汗。所以每次站上来，都得对得起它。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道具：老照片（关键！提前翻拍）、旧球衣  |  BGM：0-20s钢琴低音 → 20-40s鼓点+吉他 → 40-55s抒情钢琴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W2-②  村里最老的老兵，看我们踢球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栏目：兵味文化线  |  时长：55秒  |  主角：王支书 + 抗美援朝老兵（92岁）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拍摄地：老兵家 → 球场边  |  预估：1.5小时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[0-3秒]  特写·固定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一只布满老年斑的手，拿着一枚军功章轻轻摩挲，铜质反光柔和。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只有呼吸声。物件叙事。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[3-10秒]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老兵穿旧军装坐在院子藤椅上，胸前挂勋章，阳光透过树叶洒下。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旁白：我们村有一位老兵，今年92岁，参加过抗美援朝。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[10-20秒]  近景·固定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王支书蹲在老人椅子旁仰头看他。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王支书：爷爷，您当兵那会儿最怕啥？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老人（方言，慢）：怕完不成任务。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蹲下是尊重，仰视角度重要。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[20-30秒]  中景·手持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王支书推着老人轮椅走向体育公园，经过村路，村民打招呼。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无台词，只有环境音和轮椅声。转场过渡。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[30-40秒]  全景·固定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老人在球场边看年轻人踢球。球飞到他附近，球员跑过来把球递过去。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球员：爷爷，给您看看！老人摸球，笑了。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最动人的一幕，不要台词。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[40-48秒]  近景·固定 | 老人摸完球看着场上，眼里有光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旁白（轻声）：爷爷那代人守的是国门。我们踢的虽只是足球——但那股不认输的劲儿，是一样的。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[48-55秒]  航拍·拔高 | 从老人和球场拉高到整个村庄，夕阳下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音乐高潮然后收。煽情适度，留白收尾。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道具：轮椅（如需要）、军功章、旧军装  |  风险：老人身体第一。备选——如不方便到球场，拍他在家看电视转播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W2-③  孩子踢球，体测能加分吗？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栏目：体育政策线  |  时长：40秒  |  主角：王支书 + 1名青少年队员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拍摄地：球场边 → 村委会  |  预估：25分钟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[0-3秒]  特写·慢动作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12岁男孩在球场做踩单车过人，足球在脚下快速变向，草屑飞溅。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只有足球撞击声（慢放后变低沉）。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[3-10秒]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王支书坐在场边长椅，小男孩擦着汗走过来坐下，王支书递水给他。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王支书：来，歇会儿。我问你，你妈同意你踢球不？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男孩：她老说……踢球耽误学习。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[10-20秒]  近景·固定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王支书对着镜头掰手指。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台词：很多家长都有这个顾虑。但你可能不知道——第一，足球现在是中考体育选考项目，颠球、绕杆、射门都能拿分。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字幕：中考体育·足球可加分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[20-28秒]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王支书翻出体测标准表，指着项目对着镜头展示。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台词：第二，国家推「体教融合」，足球特长生有升学通道。不是非要踢职业才有出路。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字幕：体教融合政策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[28-35秒]  中景·手持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王支书站起拍男孩肩膀，男孩跑回球场和等他的孩子汇合。背影。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旁白：所以让孩子踢球不是不务正业。身体好了、有特长、还能加分——三赢。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[35-40秒]  近景·固定 | 王支书对镜头轻松笑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台词：下期聊——成年人踢球对身体有啥好处？评论区告诉我你最关心啥。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═══════════════════════════════════════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第三周 · 热血周（展实力）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═══════════════════════════════════════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道具：中考体育标准文件（打印）、矿泉水  |  关键：招生信息每年变化，视频注明「具体以当年政策为准」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W3-①  凌晨五点半的足球场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栏目：足球精神线  |  时长：45秒  |  主角：王支书 + 2-3名队员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拍摄地：体育公园球场  |  预估：50分钟（需5:00前到场）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[0-3秒]  特写·固定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天没亮，球场空无一人，雾在草皮上飘。突然一盏场灯亮起，雾气被照亮。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灯亮时的电流声+远处鸡鸣。电影感开场。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[3-10秒]  全景·固定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两个人影从雾里走出来——王支书和年轻队员边拉伸边说话。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王支书：几点了？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队员：五点二十。教练，就咱俩？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对话自然不表演。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[10-18秒]  中景·手持跟拍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第三个人跑着进来，喘气，手里还拿着包子，边跑边咬。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第三人：来了来了！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王支书笑：迟到了，先跑两圈。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真实幽默。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[18-28秒]  快切·蒙太奇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三人训练：传球、射门、折返跑，汗水滴在草上，天色从暗蓝→鱼肚白→金黄。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旁白：村里很多人不理解——上班已经够累了，干嘛天不亮起来踢球？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[28-35秒]  近景·固定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王支书停下训练，满脸汗，晨光照在脸上。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台词：因为喜欢啊。就跟你喜欢打游戏追剧一样——踢球就是我们的游戏。只不过这个游戏，我们想玩出点名堂。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[35-40秒]  全景·航拍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太阳升起，三人在金色晨光里继续训练，影子拉很长。像电影画面。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音乐高潮，不留台词让画面收尾。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[40-45秒]  黑屏·字幕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白字：屯军营的每一天，从球场开始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关键：必须真早起实拍，假光补拍没有那个氛围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W3-②  王支书的战术板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栏目：兵味文化线  |  时长：50秒  |  主角：王支书（单人）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拍摄地：村委会会议室 → 球场  |  预估：35分钟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[0-3秒]  特写·俯拍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一块小白板上画满战术箭头，一只手拿着马克笔正在画。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同期声：笔尖在白板上摩擦。军事感+足球感。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[3-10秒]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王支书站在白板前，背景墙上挂党旗。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台词：周日有场比赛。对方喜欢打边路，咱们今天练防反。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开场像军事部署。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[10-20秒]  特写·推镜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白板用颜色区分——红色对方进攻路线，蓝色我方防守站位，慢慢推进。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画外音：他们7号速度快，李哥你盯人别给他转身空间。小张你补位，他一漏你就顶上去。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[20-28秒]  中景·手持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切到球场。队员按白板部署跑位，一一对应。王支书在场边大喊。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台词：对！就是这个位置！别动！记住这个点！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纸上到场上完美对应。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[28-38秒]  近景·固定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王支书坐下喝水，看着队员跑位，汗水顺着脖子流。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台词：当村支书和当教练，有一个地方特别像——没上场之前，所有人的位置都得想清楚。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[38-45秒]  全景·固定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训练结束，队员们围成一圈听王支书讲话。夕阳，无台词，留现场音。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[45-50秒]  近景·固定 | 王支书对镜头转着马克笔笑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台词：战术赢了，这周我请水。输了——你们请我。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道具：小白板、红蓝马克笔  |  关键：战术内容真实，提前和球队商量好一套真战术来拍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W3-③  扭了脚别硬扛，村医教你看伤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栏目：体育政策线  |  时长：40秒  |  主角：王支书 + 村医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拍摄地：村卫生室  |  预估：25分钟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[0-3秒]  特写·固定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一只脚踝敷着冰袋，明显肿了，冰袋冒冷气。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同期声：冰碴响。视觉冲击。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[3-10秒]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王支书坐卫生室床上脚翘凳子上，村医蹲旁边按压检查。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村医：这儿疼不疼？……这儿呢？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王支书龇牙：疼疼疼！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[10-20秒]  近景·固定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村医面对镜头，拿踝关节示意图指着韧带位置。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台词：踢球最常伤的就是这儿——踝关节韧带。扭了以后记住三步。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[20-30秒]  特写·分步演示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①冰敷（村医把冰袋敷上）②抬高（脚垫起来）③包扎（弹力绷带绕八字）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每步5秒节奏快，字幕分步弹出。实用信息可截图保存。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[30-35秒]  中景·固定 | 王支书对镜头苦笑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台词：最重要——别学我。扭了还踢了下半场，现在老实了。至少歇一周。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[35-40秒]  近景·固定 | 村医专业表情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台词：超过24小时还肿，赶紧来卫生室，免费看。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═══════════════════════════════════════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第四周 · 人物周（挖深度）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═══════════════════════════════════════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道具：冰袋、弹力绷带、踝关节示意图、凳子  |  关键：医学信息须经村医核实，不给不准确建议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W4-①  村民说：我们支书踢球比干活还拼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栏目：足球精神线  |  时长：55秒  |  主角：三位村民（王支书不出镜）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拍摄地：村口小卖部、田间、球场边  |  预估：50分钟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[0-3秒]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字幕弹出：「随机问三位屯军营村民——你们王支书踢球啥水平？」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活泼BGM起，综艺感开场。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[3-15秒]  中景·手持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采访大妈A（50-60岁）坐在小卖部门口择菜。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画外音：阿姨，您见过王支书踢球不？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大妈：踢球？干活要有那劲头早发财了！然后大笑。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吐槽等于真实，真实等于传播力。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[15-27秒]  中景·手持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采访大叔B（40岁+）在田里干活，扶着锄头。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画外音：大叔，王支书球踢得咋样？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B：跑不动。但是——B认真起来：他组织得好。咱村球队没他早散了。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转折，口碑出现。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[27-40秒]  近景·手持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采访少年C（15岁队员）刚训练完擦汗。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画外音：你觉得王支书教练严不严？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C：训练的时候贼凶。但是上次我崴了脚，他背我去的卫生室。停顿。教练对我们比对自家孩子还上心。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青少年说真话最有力量。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[40-50秒]  全景·固定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王支书在远处带训练，没发现被拍。镜头隔着铁丝网，他在喊战术。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BGM转温情。留白不配台词，让画面说话。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[50-55秒]  近景·固定 | 王支书终于发现镜头，不好意思挥手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台词：行了行了别拍了——练球呢！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风险：采访真实随机，不找托。有吐槽反而更好。不愿出镜打码。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W4-②  城里人看不懂的农村足球规矩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栏目：兵味文化线  |  时长：50秒  |  主角：王支书（单人）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拍摄地：村内多个场景  |  预估：50分钟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[0-3秒]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王支书蹲在球场边，嘴里叼着哨子，表情严肃像裁判又像将军。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哨声！尖锐。用哨声开场。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[3-10秒]  中景·手持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王支书站起来走到球场中圈，边走边说。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台词：城里人到农村踢球，有些规矩打死也想不到。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[10-18秒]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场景1：村里比赛，场边放着几箱矿泉水，谁渴了自己拿。特写水和毛巾随意放。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台词：第一——村里踢球水不用自己带。谁家近谁搬一箱来，喝完不够隔壁再搬。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[18-26秒]  全景·固定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场景2：比赛进行中，一头牛慢悠悠穿过球场边，牛不理会场上喊声。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旁白：第二——比赛时候牛过路，得让。这是人家回家的路，咱们只是借用。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城乡反差笑点。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[26-34秒]  中景·手持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场景3：比赛结束双方队员坐一起吃西瓜，刚才还拼抢的对手现在分瓜。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台词：第三——不管输赢，赛后一起坐会儿。赢的别嘚瑟，输的别记仇。踢球是邻居，踢完还是邻居。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[34-42秒]  近景·固定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王支书坐在球场边，夕阳打在脸上，语气渐深。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台词：城里踢球比的是技术。村里踢球——比的是人品。球踢得再好，人品不行，下次没人跟你一队。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[42-50秒]  全景·固定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球场空镜头，只剩一颗球在草上。夕阳+足球+远山。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字幕：屯军营规矩——先做人，再踢球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道具：哨子、西瓜、矿泉水  |  关键：轻松有趣但不刻意搞笑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W4-③  村里建球场，能申请多少补贴？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栏目：体育政策线  |  时长：45秒  |  主角：王支书（单人）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拍摄地：村委会办公室  |  预估：20分钟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[0-3秒]  特写·固定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红头文件摊在桌上翻动，可见「全民健身」字眼。翻纸声。权威感。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[3-10秒]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王支书坐在办公桌前，先拿着文件。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台词：自从发了体育公园视频，好多村书记私信我——你那球场怎么建的花了多少钱？干脆，这期公开说一下。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[10-20秒]  近景·固定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王支书在纸上写写画画，镜头从肩膀上方俯拍。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台词：一个村要建体育设施，有三条路子——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纸上依次写出「①」「②」「③」，字幕同步弹出。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[20-32秒]  特写·纸上写字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纸上依次出现：①农民体育健身工程 ②全民健身补短板 ③乡村振兴专项资金。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旁白：第一条农民体育健身工程，国家专项资金，村里出地上面出钱。第二条全民健身补短板，中央到地方都有预算。第三条乡村振兴专项资金也可以包装体育项目。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[32-38秒]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王支书放下笔对镜头，表情认真。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台词：每个省每个区政策不一样。具体找谁？找镇文化站或体育局。提我名字没用——但可以拿我们村材料当参考。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[38-45秒]  近景·固定 | 王支书在纸上写「私信我」推到镜头前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台词：需要参考材料的，评论区留言。我让村干部整理后发给各位书记。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═══════════════════════════════════════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第五周 · 赛事周（秀成果）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═══════════════════════════════════════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道具：政策文件、白纸、笔  |  关键：政策信息务必核实，金额不写具体数字以免出入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W5-①  我们拿遍了延庆的冠军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栏目：足球精神线  |  时长：60秒  |  主角：王支书 + 球队群像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拍摄地：荣誉室 → 球场  |  预估：1小时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[0-3秒]  特写·推镜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金色冠军奖杯，镜头推到杯身刻字「延庆区XX杯冠军」，奖杯反射窗外绿茵场。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安静→低沉鼓点。荣誉感开局。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[3-12秒]  全景·摇镜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摇过荣誉柜——七八座奖杯、奖牌、合影照片，玻璃柜反光。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旁白：延庆区村级足球赛，我们拿过三次冠军。区级五人制，两连冠。2024年代表延庆打北京市比赛。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[12-20秒]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王支书拿起最早奖杯（2019年），底座有点锈，翻看底部日期。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台词：这是我们第一个冠军。那时候球衣都不统一，有穿曼联有穿巴萨的——就凑钱买了十一双一样的袜子。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[20-32秒]  快切·蒙太奇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第一次夺冠雨中庆祝 → 队员抱头哭 → 家属尖叫 → 村长抱奖杯不撒手。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老视频照片切换，BGM渐激昂。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[32-42秒]  中景·访谈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老队员坐球场边，手里拿旧队服，号码已快洗掉。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台词：那时候真没想到能拿冠军。就觉得——村里有块正经草皮了，不踢对不起这地。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[42-50秒]  全景·固定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现在球队训练，队服统一有模有样，俯拍阵型整齐。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旁白：从十一双袜子到统一装备。从荒草滩到市级赛场。这条路走了五年。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[50-60秒]  近景→航拍撤远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王支书从地上拿起球放在中圈，退后看。球静静在中圈，阳光从后面打过来。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音乐收，留白5秒。字幕：屯军营——踢出来的冠军村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道具：老奖杯、老照片视频、旧队服  |  关键：奖杯擦亮点，老视频提前收集翻拍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W5-②  一颗球，三代人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栏目：兵味文化线  |  时长：55秒  |  主角：王支书 + 老中少三名球员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拍摄地：球场  |  预估：1小时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[0-3秒]  特写·固定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一只大手、一只年轻手、一只小手——同时按在一颗足球上。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三只手叠在一起，不同肤色纹路。安静，呼吸声。符号化开场。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[3-12秒]  全景·固定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镜头拉开，三人站在中圈：50岁退役老兵老张、35岁电工李哥、14岁初中生小刘，穿不同年代球衣。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旁白：这颗球，在屯军营传了三代人。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[12-22秒]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老张踢一脚长传，姿势不标准但有力，踢完喘气。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台词：我当兵回来才开始踢，那时候快四十了。踢得不咋样，但就是痛快。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[22-32秒]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李哥颠球，连续二十多个，轻松。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台词：我爸以前说我三十好几了还踢球不务正业。后来村队拿了冠军，他到处跟人显摆——「我儿子，冠军队的」。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代际和解。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[32-42秒]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小刘做花式动作彩虹过人，球飞过肩膀，少年感。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台词：我想踢职业。王教练说先考上高中。踢球和读书，我都要。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[42-48秒]  中景·手持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王支书走入三人之间，阳光从头顶洒下。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台词：这就是屯军营的足球——传的不是球，是日子。金句。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[48-55秒]  特写→全景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三人传球，球在三人间来回。镜头拉远，球场和村庄在山脚下。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音乐温柔收尾。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道具：三套不同年代球衣  |  关键：三代人提前沟通时间，老人别在烈日下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W5-③  成年人踢球，到底有啥用？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栏目：体育政策线  |  时长：40秒  |  主角：王支书 + 2名中年队员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拍摄地：球场边 → 村委会  |  预估：25分钟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[0-3秒]  特写·慢动作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中年男人在球场倒地滑铲，铲完爬起来继续跑，泥土飞扬。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沉重的呼吸声慢放。中年人拼劲。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[3-10秒]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训练结束，两个四十多岁队员坐在球场边大口喝水，满头汗。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旁白：有人问——都四十了还踢球，图啥？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[10-18秒]  近景·手持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中年队员A擦汗，认真。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台词：我以前血脂高，每天吃药。踢了两年球，药停了。体检医生问我做了啥。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[18-25秒]  近景·手持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中年队员B指着自己肚子。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台词：我减了二十斤。而且——停了片刻——以前下了班就是刷手机喝酒。现在有地方去、有兄弟等。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社交+健康。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[25-32秒]  中景·固定 | 王支书面对镜头竖起手指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台词：《全民健身条例》说了——每个公民都有健身的权利。不是年轻人的专利。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[32-40秒]  近景·固定 | 王支书站起拍掉裤子上草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台词：别找借口了。广场舞能跳、棋牌室能坐、球场上跑两圈咋就不行？我们球场随时来。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═══════════════════════════════════════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第六周 · 幕后周（破壁感）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═══════════════════════════════════════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道具：水壶、体检报告（如本人同意展示）  |  关键：健康数据必须真实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W6-①  一场比赛，从准备到结束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栏目：足球精神线  |  时长：60秒  |  主角：王支书 + 全队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拍摄地：村委会 → 球场（比赛日跟拍）  |  预估：比赛日全程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[0-3秒]  特写·慢动作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一颗足球飞入球门右上角，球网剧烈抖动，水花草屑飞起。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球网「唰」声慢放变低沉+观众欢呼。高潮画面直接开场。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[3-8秒]  字幕倒计时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画面倒回，屏幕弹出「8小时前」，VHS倒带效果。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[8-18秒]  中景·手持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早上8点，王支书在村委会用手机群发。手机屏特写：群名「屯军营球友群」。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台词（打字）：今天下午三点，主场。对方是XX村。能来的扣1。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字幕弹出15个「1」。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[18-28秒]  快切·蒙太奇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有人从工地赶来裤子上有水泥 → 有人关了肉铺 → 有人从延庆城区开车回来。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旁白：我们球队有电工、有杀猪的、有开滴滴的——凑齐十一人比凑一桌麻将难。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[28-38秒]  中景·手持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更衣室简易棚，王支书在白板上画战术，队员们绑鞋带喝水互相拍肩膀。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台词：老规矩——先防守别丢球。上半场顶住，下半场换人冲他们。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[38-45秒]  全景·固定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开球。双方列队握手。哨声！只有现场音。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[45-52秒]  快切·比赛蒙太奇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关键镜头：扑救、过人、射门。快速切换，不泄露结果。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旁白：最后比分？——不重要。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[52-60秒]  近景·固定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比赛结束，双方坐草地上互换球衣分一瓶水。夕阳下草皮上坐满人。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旁白：赢了一起狂，输了一起扛。这就是屯军营的足球。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道具：群聊截图（提前预备）、白板、球衣  |  关键：比赛日真实跟拍，群聊画面后期制作保护隐私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W6-②  村队开会，吵起来了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栏目：兵味文化线  |  时长：55秒  |  主角：王支书 + 村队核心成员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拍摄地：村委会会议室  |  预估：45分钟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[0-3秒]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会议室门关着，传出激烈讨论声。门缝透光，门缝视角「偷听感」。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门内声音：我就说不能这么踢！/那你来？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[3-10秒]  中景·手持推门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5-6人围坐会议桌前表情严肃，有人站着有人低头看手机。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王支书坐主位手指敲桌子：行了别吵了。一个一个说。控场。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[10-18秒]  近景·固定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年轻队员A站起来激动。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台词：上一场我们就是边路被打穿了。对面就那一个套路我们防不住？我觉得不是防不住，是没人愿意跑！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[18-25秒]  近景·固定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年纪大的队员B不站起来，慢悠悠。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台词：年轻就是火气大。跑了九十分钟，最后十分钟跑不动了，这不正常？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[25-32秒]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王支书站起来走到白板前开始画图。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台词：听我说。问题不是跑不动，是轮换。老队员上半场，年轻的留着下半场冲。体能分配我来排，上了场就得听。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[32-42秒]  中景·手持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王支书坐下，语气缓下来，会议室安静。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台词：咱们村踢球，不是为了证明谁比谁强。是为了证明——屯军营这帮人能拧成一股绳。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[42-50秒]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散会。刚才还吵的A和B互相拍肩膀笑了，一起出门。无台词留现场音。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[50-55秒]  近景·固定 | 王支书一人收拾会议室，看到镜头，疲惫但笑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台词：村支书日常——开会吵架散会喝茶。下次开会讨论战术，你们来不来？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道具：白板、马克笔  |  风险：吵完还是兄弟的氛围必须真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W6-③  体育特长生怎么走？一条路说清楚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栏目：体育政策线  |  时长：45秒  |  主角：王支书（单人）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拍摄地：村委会办公室  |  预估：25分钟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[0-3秒]  特写·固定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「体育传统项目学校」名单摊在桌上，红笔圈出延庆的学校。笔尖摩擦纸。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家长关心的画面。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[3-10秒]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王支书坐在办公桌前对镜头。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台词：村里好几个踢球的孩子，家长问我——踢球能当饭吃吗？今天好好说说，足球特长生的路到底怎么走。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[10-18秒]  近景·俯拍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王支书在纸上画线标节点：小学→初中→高中→大学→职业。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台词：小学培养兴趣参加校园联赛。初中参加区级比赛争取进区队。高中北京有几十所足球特色校，中考可以走体育特长。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[18-28秒]  近景·固定 | 王支书看着镜头语气加重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台词：大学有高水平运动队招生。清华、北大、北体大都有足球项目。不是非要踢中超才是出路。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[28-35秒]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王支书拿起体育招生简章翻到对应页面。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台词：具体分数线测试项目每个学校不一样。关注各省教育考试院官网。或者——来村委会，我帮你查。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[35-45秒]  近景·固定 | 王支书放下简章认真看镜头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台词：所以——让孩子踢球不是堵了他读书的路。是给了他一条别人没有的路。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═══════════════════════════════════════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第七周 · 对抗周（造悬念）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═══════════════════════════════════════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道具：体育学校名单、招生简章、纸笔  |  关键：招生信息每年变化，注明「以当年政策为准」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W7-①  今天这场，必须赢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栏目：足球精神线  |  时长：55秒  |  主角：王支书 + 全队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拍摄地：球场（比赛日）  |  预估：比赛日全程跟拍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[0-3秒]  特写·固定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雨水打在草皮上，一颗球滚过水洼溅起水花。雨声+远处雷声。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电影感天气开场。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[3-10秒]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王支书和队员们在简易棚下看外面大雨，都沉默。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有人说：下这么大雨，还能踢吗？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王支书看表：对方已经到了。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[10-18秒]  近景·手持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王支书转身面对全队，全体站一排。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台词：今天是半决赛。我们练了三个月就为这一场。下雨怎么了？当年屯军营的兵，下雨就不打仗了？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[18-28秒]  全景·慢动作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开球。队员们在雨中冲刺、滑倒、爬起、继续跑，雨水+泥+汗水。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BGM鼓点+弦乐。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[28-35秒]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对方进球，比分落后。我方门将从泥里捡起球，眼神。只有雨声。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[35-42秒]  中景·手持 | 王支书在场边大吼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台词：还有时间！别低头！看着我的眼睛！你们在屯军营踢球，代表的是这个村！把头抬起来！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燃点。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[42-48秒]  慢动作·追拍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我方进攻，队员在泥泞中突破传中——球进了！进球特写慢放。欢呼炸裂。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不公布最终比分留悬念。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[48-55秒]  近景·固定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终场哨响。王支书双膝跪在泥里仰头看天，雨水打在脸上分不清水和泪。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哨声长鸣。字幕：结果不重要。重要的是——我们没有低头。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关键：雨天是天然爆款素材，注意设备防水和队员安全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W7-②  一亩地的账本 vs 一粒球的梦想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栏目：兵味文化线  |  时长：55秒  |  主角：王支书 + 种地队员老赵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拍摄地：田间 → 球场  |  预估：50分钟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[0-3秒]  特写·双画面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左半屏：一双手在泥土里掰玉米。右半屏：同一双手在球场上颠球。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掰玉米声+足球撞击声交叉。视觉对冲。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[3-10秒]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镜头融合——老赵站在玉米地边穿着球鞋，背后是玉米地，脚上是鞋。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旁白：老赵，屯军营球队的后腰。他的另一个职业——种玉米。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[10-18秒]  中景·手持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王支书和老赵在玉米地里走。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王支书：一亩玉米一年挣多少？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老赵：刨了种子化肥……剩五六百块。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王支书：那你为啥还踢球？一周训练三次不耽误干活？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[18-28秒]  近景·固定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老赵蹲在地头手里搓着土。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台词：耽误。但不去训练，心里更空。停了一下。种地是过日子，踢球是活着。不一样。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金句！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[28-38秒]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切到球场，老赵训练中拦截一脚球精准传给队友，动作干脆利落。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旁白：在玉米地里他是老赵。在球场上——他是我们最可靠的防守。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[38-45秒]  中景·手持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王支书站在球场边看老赵训练。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台词：我们队里有电工有杀猪的有种玉米的。他们可能一辈子赚不了大钱。但在球场上——每个人都是冠军。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[45-55秒]  全景·固定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老赵踢完球回家，夕阳下骑电动三轮，车斗里放着球鞋和农具。背影骑向村庄。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音乐温柔收尾。字幕：日子和梦想，屯军营人都要。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道具：玉米或当季农作物、电动三轮  |  关键：玉米地+球场=最强乡村足球视觉符号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W7-③  村里办比赛，安全谁负责？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栏目：体育政策线  |  时长：40秒  |  主角：王支书（单人）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拍摄地：球场边 → 村委会  |  预估：25分钟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[0-3秒]  特写·固定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「群众性体育赛事活动安全评估表」摊在草地上，很多勾选项。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笔在「医疗急救」旁打勾的声音。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[3-10秒]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王支书坐在球场边拿着表格。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台词：自从我们村比赛越来越多，很多兄弟村问我——你们办比赛安全怎么搞？今天公开我们的做法。三个要点。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[10-18秒]  近景·固定 | 王支书掰第一根手指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台词：第一，赛前签免责协议，每个人必须签。不是走过场，是让每个人都清楚风险。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[18-25秒]  近景·固定 | 掰第二根手指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台词：第二，场边必须有急救箱加会急救的人。我们村队医是卫生室大夫，每场必到。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[25-32秒]  近景·固定 | 掰第三根手指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台词：第三，买保险。现在有专门的群众体育赛事险，一场几百块保费，出了事有兜底。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[32-40秒]  中景·固定 | 王支书站起把表格叠好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台词：踢球是为了高兴，安全是底线。具体表格和保险怎么买——关注我，私信发你模板。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═══════════════════════════════════════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第八周 · 展望周（铺未来）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═══════════════════════════════════════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道具：安全评估表、急救箱  |  关键：保险信息需核实，最好能给出具体保险产品名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W8-①  致在外打工的屯军营人：村里球队等你回来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栏目：足球精神线  |  时长：65秒  |  主角：王支书（单人）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拍摄地：全村各角落 → 球场  |  预估：1.5小时（必须黄昏光线）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[0-5秒]  全景·固定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黄昏，王支书独自站在球场中圈，面对空荡荡的球门，影子拉很长。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风声+远处偶尔狗叫。孤独感。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[5-15秒]  中景·手持跟拍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王支书慢慢走出球场经过村路——空着的院子，张大爷在门口独自坐着。村子很安静。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台词（轻声，像自言自语）：屯军营在外面打工的乡亲们——我是王支书。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情感克制。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[15-25秒]  近景·固定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王支书走到小卖部门口坐在台阶上，旁边放着球。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台词：村里今年热闹了不少。球场修好了，路灯亮了，周末总有孩子在上面跑。停顿。就是——少了你们。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[25-35秒]  中景·手持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王支书拿出手机翻看球队老照片，镜头推到屏幕。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台词：老周在杭州工地，上次视频说胖了。小陈在深圳开滴滴，上个月发了条朋友圈——「想踢球了」。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具体人名+具体地点=冲击力。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[35-45秒]  全景·固定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球场现在很安静，画面闪回过去比赛场景（叠影效果），有过去的欢呼声回声。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旁白：球场在这儿。球在这儿。队服给你们留着。号码还是你们的。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[45-52秒]  近景·固定 | 王支书站起对镜头，眼神坚定又温柔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台词：过年回来的时候——咱踢一场。不管你在外面混得好不好，在屯军营的球场上你永远是主力。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[52-58秒]  航拍·拉远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从王支书→球场→整个村庄→延庆远山。黄昏变黑夜，村庄灯火亮起。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字幕：屯军营，永远是你的主场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[58-65秒]  黑屏·字幕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白字：在外的屯军营人——评论区报个到，说说你在哪个城市。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道具：手机（老照片已存好）、足球  |  BGM：民谣吉他+口琴，温暖略带伤感不煽情  |  关键：这是账号的情感核弹，拍摄质量最高，光线必须黄昏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W8-②  从长城脚下到绿茵场上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栏目：兵味文化线  |  时长：60秒  |  主角：王支书（单人）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拍摄地：八达岭长城脚下 → 屯军营村  |  预估：1.5小时+长城素材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[0-3秒]  特写·固定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八达岭长城的一块城砖风化斑驳，一只手摸过砖缝。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风声呜咽像号角。历史感。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[3-12秒]  全景·航拍 | 长城在群山中蜿蜒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旁白：这里离我们村二十公里。五百年前守在长城上的兵，有一部分就驻扎在我们屯军营。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[12-22秒]  中景·手持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王支书在长城脚下土路上走，边上野长城残段，边走边说。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台词：那时候当兵的除了站岗放哨还得种地——自己养活自己。所以叫屯田。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[22-30秒]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王支书站在开阔地，远处是长城，风吹草动。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台词：你说——守着一道墙一站就是一辈子，靠的是什么？停顿。不是不怕死，是不想让身后的人失望。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[30-40秒]  快切·蒙太奇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长城烽火台（历史）→ 今日守门员飞身扑救（现在）→ 长城上的兵 → 球场上的后卫。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古今对照快节奏。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旁白：五百年前他们守的是国。今天我们守的是球门，也是这个村的脸面。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[40-48秒]  全景·固定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王支书带几个队员在长城脚下土路上跑步拉练。现代球员+长城背景=最强视觉。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只有跑步声+喘息声。留白画面。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[48-55秒]  近景·固定 | 王支书停下回头看长城，汗水+长城=对话历史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 b="0">
                <a:solidFill>
                  <a:srgbClr val="2A2A2A"/>
                </a:solidFill>
                <a:latin typeface="微软雅黑"/>
              </a:defRPr>
            </a:pPr>
            <a:r>
              <a:t>字幕：守是一种信仰。不管是守国门，还是守球门。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 b="1">
                <a:solidFill>
                  <a:srgbClr val="2D5016"/>
                </a:solidFill>
                <a:latin typeface="微软雅黑"/>
              </a:defRPr>
            </a:pPr>
            <a:r>
              <a:t>[55-60秒]  航拍·拉远 | 长城→村庄→球场同框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音乐收。字幕：屯军营——从长城脚下踢出来的冠军村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85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关键：长城画面可航拍远景，如没时间实拍可用素材（注明）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D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" y="201168"/>
            <a:ext cx="594360" cy="457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5016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300" b="1">
                <a:solidFill>
                  <a:srgbClr val="FFFFFF"/>
                </a:solidFill>
                <a:latin typeface="微软雅黑"/>
              </a:defRPr>
            </a:pPr>
            <a:r>
              <a:t>W8-③  我们的下一步：让冠军村被看见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999999"/>
                </a:solidFill>
                <a:latin typeface="微软雅黑"/>
              </a:defRPr>
            </a:pPr>
            <a:r>
              <a:t>栏目：体育政策线  |  时长：50秒  |  主角：王支书（单人）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拍摄地：村委会办公室  |  预估：25分钟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──────────────────────────────────────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[0-3秒]  特写·俯拍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「屯军营村体育发展规划」手写草稿铺桌上，画着箭头和圆圈。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笔在纸上画圈的声音。蓝图感。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[3-10秒]  中景·固定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王支书坐办公桌前双手交叉。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台词：做了这么多期视频，今天聊点实在的——接下来我们准备干什么。三件事。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[10-20秒]  近景·俯拍 | 镜头拍纸上规划，王支书指第一条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台词：第一，暑假办冠军村青少年足球夏令营。请退役球员来当教练，让城里的孩子也来体验村里的足球。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[20-28秒]  近景·俯拍 | 指第二条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台词：第二，跟延庆文旅合作推体育+旅游线路。来长城玩，顺便来我们村踢一场。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[28-35秒]  近景·俯拍 | 指第三条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台词：第三，把冠军村联赛做起来——邀请周边村来打主客场。我当裁判，顺便帮各村的农产品带货。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[35-42秒]  中景·固定 | 王支书抬起头看镜头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台词：这些事光靠我一个村支书做不来。但我相信——只要这个号能让人看到屯军营，就会有更多人愿意来、愿意帮、一起做。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 b="1">
                <a:solidFill>
                  <a:srgbClr val="2D5016"/>
                </a:solidFill>
                <a:latin typeface="微软雅黑"/>
              </a:defRPr>
            </a:pPr>
            <a:r>
              <a:t>[42-50秒]  近景·固定 | 王支书站起走向窗边，窗外是球场，背对镜头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 b="0">
                <a:solidFill>
                  <a:srgbClr val="2A2A2A"/>
                </a:solidFill>
                <a:latin typeface="微软雅黑"/>
              </a:defRPr>
            </a:pPr>
            <a:r>
              <a:t>台词：两年后，我希望有人说起屯军营——不是「那个延庆的小村子」，而是「那个踢足球的冠军村」。</a:t>
            </a: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</a:p>
          <a:p>
            <a:pPr>
              <a:lnSpc>
                <a:spcPct val="110000"/>
              </a:lnSpc>
              <a:spcAft>
                <a:spcPts val="50"/>
              </a:spcAft>
              <a:defRPr sz="900">
                <a:solidFill>
                  <a:srgbClr val="505050"/>
                </a:solidFill>
                <a:latin typeface="微软雅黑"/>
              </a:defRPr>
            </a:pPr>
            <a:r>
              <a:t>═══════════════════════════════════════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199632"/>
            <a:ext cx="12191695" cy="658368"/>
          </a:xfrm>
          <a:prstGeom prst="rect">
            <a:avLst/>
          </a:prstGeom>
          <a:solidFill>
            <a:srgbClr val="F0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2362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850" b="0">
                <a:solidFill>
                  <a:srgbClr val="2D5016"/>
                </a:solidFill>
                <a:latin typeface="微软雅黑"/>
              </a:defRPr>
            </a:pPr>
            <a:r>
              <a:t>📋 道具：手写规划草稿（手写比打印真实）  |  BGM：钢琴+弦乐，积极但不激昂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800" b="0">
                <a:solidFill>
                  <a:srgbClr val="999999"/>
                </a:solidFill>
                <a:latin typeface="Arial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