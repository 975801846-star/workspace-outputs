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Microsoft YaHei"/>
              </a:defRPr>
            </a:pPr>
            <a:r>
              <a:t>屯军营村 · 王支书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个人视频账号策划方案（内部讨论稿）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延庆区 · 屯军营村  |  2026年5月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用于团队内部讨论 · 确定方向后细化脚本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项目背景：为什么要起这个号？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📌 项目背景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7772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🎯 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25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为王支书打造一个真实、有温度、可量化的个人短视频账号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828800" cy="7772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🏘 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不演、不装、不摆拍 — 把村支书的日常变成内容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828800" cy="7772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📱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抖音（主）+ 视频号（辅）— 面向更广泛的公众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1828800" cy="7772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👥 受众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本村村民 + 在外打工的屯军营人 + 关注乡村振兴的公众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1828800" cy="7772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💡 核心优势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349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村名"屯军营"自带500年军屯历史IP + 王支书的真实日常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账号定位：8大可量化方向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🎯 8大可量化方向 (1-4)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村务日记型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每天工作实拍：开会、走访、修路、调解纠纷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粉丝量 / 完播率 / 关键词占比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乡村振兴纪实型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村庄对比：改造前 vs 改造后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播放量 / 收藏量 / 政务转发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农业产业带货型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农产品展示 → 挂车销售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GMV / 转化率 / 复购率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25780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12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基层政策解读型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69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大白话解释惠农政策、医保、宅基地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235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粉丝增长 / 二次传播率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🎯 8大可量化方向 (5-8)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村支书Vlog型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"村支书的一天"人格化内容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粉丝粘性 / 评论情感比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乡村文化IP型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村名由来、军屯历史、延庆民俗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完播率 / 文旅关注 / 媒体报道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矛盾调解真人秀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真实邻里纠纷调解（脱敏处理）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互动率 / 争议出圈概率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25780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12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村支书带你看延庆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69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以屯军营为基地辐射延庆文旅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235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文旅局合作 / 旅游转化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011680"/>
            <a:ext cx="1033272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💡 推荐组合策略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主攻：E+F（人格化Vlog + 文化IP）</a:t>
            </a:r>
            <a:br/>
            <a:r>
              <a:t>辅助：D（政策解读引流）</a:t>
            </a:r>
            <a:br/>
            <a:r>
              <a:t>阶段测试：C（农业带货）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拍摄方向建议 · 三条主线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48640"/>
            <a:ext cx="3566160" cy="5943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356616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🥇 第一优先：屯军营的"兵味"文化线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为什么选这条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村名自带IP属性</a:t>
            </a:r>
            <a:br/>
            <a:r>
              <a:t>"屯军"→明代长城驻军屯田→500年历史沉淀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能拍什么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【能拍什么】</a:t>
            </a:r>
            <a:br/>
            <a:r>
              <a:t>• 村名来历（老人访谈+史料）</a:t>
            </a:r>
            <a:br/>
            <a:r>
              <a:t>• 村内老建筑/老树/老物件</a:t>
            </a:r>
            <a:br/>
            <a:r>
              <a:t>• 延庆长城防线联动</a:t>
            </a:r>
            <a:br/>
            <a:r>
              <a:t>• 军屯文化民俗探访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23560"/>
            <a:ext cx="3200400" cy="73152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Microsoft YaHei"/>
              </a:defRPr>
            </a:pPr>
            <a:r>
              <a:t>💬 天然故事性极强，差异化壁垒高，其他村学不来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48640"/>
            <a:ext cx="3566160" cy="5943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548640"/>
            <a:ext cx="356616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731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🥈 第二优先：王支书的日常线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为什么选这条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村支书个人出镜，真实记录</a:t>
            </a:r>
            <a:br/>
            <a:r>
              <a:t>不演、不摆、不念稿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能拍什么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【能拍什么】</a:t>
            </a:r>
            <a:br/>
            <a:r>
              <a:t>• 骑车巡村、坐村口聊天</a:t>
            </a:r>
            <a:br/>
            <a:r>
              <a:t>• 处理村民事务（脱敏后）</a:t>
            </a:r>
            <a:br/>
            <a:r>
              <a:t>• 开会、下地、走访</a:t>
            </a:r>
            <a:br/>
            <a:r>
              <a:t>• 凌晨早起、熬夜写材料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5623560"/>
            <a:ext cx="3200400" cy="73152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Microsoft YaHei"/>
              </a:defRPr>
            </a:pPr>
            <a:r>
              <a:t>💬 人格化核心，信任感的来源，村民最爱看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48640"/>
            <a:ext cx="3566160" cy="5943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548640"/>
            <a:ext cx="356616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731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🥉 第三优先：政策白话解读线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为什么选这条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用村民听得懂的话解释政策</a:t>
            </a:r>
            <a:br/>
            <a:r>
              <a:t>"王支书跟你说"系列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Microsoft YaHei"/>
              </a:defRPr>
            </a:pPr>
            <a:r>
              <a:t>能拍什么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3840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【能拍什么】</a:t>
            </a:r>
            <a:br/>
            <a:r>
              <a:t>• 医保怎么报？三句话说清楚</a:t>
            </a:r>
            <a:br/>
            <a:r>
              <a:t>• 宅基地申请流程</a:t>
            </a:r>
            <a:br/>
            <a:r>
              <a:t>• 惠农补贴怎么领</a:t>
            </a:r>
            <a:br/>
            <a:r>
              <a:t>• 村民点菜→下期回答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19" y="5623560"/>
            <a:ext cx="3200400" cy="73152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Microsoft YaHei"/>
              </a:defRPr>
            </a:pPr>
            <a:r>
              <a:t>💬 刚需内容，转发率高，天然涨粉利器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账号启动逻辑框架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🏗 起号五层框架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011680" cy="34747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第1层</a:t>
            </a:r>
            <a:br/>
            <a:r>
              <a:t>定位层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王支书是谁？</a:t>
            </a:r>
            <a:br/>
            <a:r>
              <a:t>真实 · 接地气 · 有温度 · 能办事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1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188720"/>
            <a:ext cx="2011680" cy="34747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188720"/>
            <a:ext cx="20116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第2层</a:t>
            </a:r>
            <a:br/>
            <a:r>
              <a:t>内容层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四大内容支柱</a:t>
            </a:r>
            <a:br/>
            <a:r>
              <a:t>日常工作+政策解读+村庄故事+Vlog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1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88720"/>
            <a:ext cx="2011680" cy="34747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188720"/>
            <a:ext cx="20116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第3层</a:t>
            </a:r>
            <a:br/>
            <a:r>
              <a:t>运营层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抖音主+视频号辅</a:t>
            </a:r>
            <a:br/>
            <a:r>
              <a:t>每周3-5条 · 评论必回 · 周复盘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1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188720"/>
            <a:ext cx="2011680" cy="34747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188720"/>
            <a:ext cx="20116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第4层</a:t>
            </a:r>
            <a:br/>
            <a:r>
              <a:t>转化层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信任→关注→铁粉→办事/购买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1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188720"/>
            <a:ext cx="2011680" cy="34747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1188720"/>
            <a:ext cx="20116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第5层</a:t>
            </a:r>
            <a:br/>
            <a:r>
              <a:t>风险层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内容边界 · 舆情预案 · 上级沟通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📅 五阶段启动时间线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8229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🔍 调研期  |  第1周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25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盘村资源 → 定人设 → 找对标 → 注册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515600" cy="8229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🛠 筹备期  |  第2周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写框架 → 备设备 → 试拍3-5条 → 审片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39"/>
            <a:ext cx="10515600" cy="8229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289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🚀 冷启动  |  第3-4周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4289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每天1条 → 记录数据 → 找爆款因子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10515600" cy="8229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📈 增长期  |  第2-3月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480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加大产出 → 尝试直播 → 建立矩阵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59"/>
            <a:ext cx="10515600" cy="8229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🎯 稳定期  |  第4月+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532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固定栏目 → 商务合作 → 持续迭代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人设讨论：了解我们的王支书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💬 讨论一：王支书的工作日常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以下问题帮我们一起更好地定位账号风格，大家想到什么说什么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087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大家觉得，平时村里人找王支书，最多是来办什么事？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7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王支书每天最花时间的几件事，分别是什么？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290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王支书跟大家闲聊的时候，最爱聊什么话题？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89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如果外面的人第一次来咱村，王支书最想带他们去看什么？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49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过去一年，王支书觉得最有成就感的一件事是什么？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💬 讨论二：王支书的个人风格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了解王支书的性格特点，账号才能拍出"真人"而不是"演员"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087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大家觉得，王支书跟别的村干部最不一样的地方是什么？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7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王支书跟村民打交道，一般是什么风格？直来直去？还是耐心慢慢聊？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290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遇到难办的事、不好说话的人，王支书一般怎么处理？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89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有没有什么事，让大家觉得"这事儿就得王支书来"？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49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如果用一个词形容王支书，大家会选哪个词？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💬 讨论三：村民眼中的屯军营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村庄本身的故事也是账号的灵魂，大家一起回忆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087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咱村最有意思的"老故事"或"老传统"，还有多少人记得？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7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在屯军营住了几十年，觉得这些年最大的变化是什么？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290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村里有没有那种"外面人不懂、咱村人人都知道"的默契或规矩？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89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如果让你给一个从没来过屯军营的人介绍咱村，你会怎么说？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51560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icrosoft YaHei"/>
              </a:defRPr>
            </a:pPr>
            <a: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49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咱村有没有什么东西（老房子、老树、民俗），再不记录可能就没了？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拍摄装备 &amp; 脚本框架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📷 三级拍摄装备清单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2926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91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🥇 入门级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Microsoft YaHei"/>
              </a:defRPr>
            </a:pPr>
            <a:r>
              <a:t>¥800-1500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iPhone 14+ / 安卓旗舰</a:t>
            </a:r>
            <a:br/>
            <a:r>
              <a:t>大疆 OM6 手机稳定器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用途：日常Vlog、走访跟拍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097280"/>
            <a:ext cx="3291840" cy="2926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097280"/>
            <a:ext cx="3291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🥈 进阶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Microsoft YaHei"/>
              </a:defRPr>
            </a:pPr>
            <a:r>
              <a:t>¥4000-8000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DJI Pocket 3</a:t>
            </a:r>
            <a:br/>
            <a:r>
              <a:t>罗德 Wireless GO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用途：画质升级、采访、讲解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097280"/>
            <a:ext cx="3291840" cy="2926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291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🥉 专业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Microsoft YaHei"/>
              </a:defRPr>
            </a:pPr>
            <a:r>
              <a:t>¥8000-15000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大疆 Mini 4 Pro</a:t>
            </a:r>
            <a:br/>
            <a:r>
              <a:t>补光灯 + 滑轨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用途：航拍、夜景、室内访谈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10698480" cy="16459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💡 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先入门，出爆款后再升级。必买：手机稳定器 + 无线领夹麦</a:t>
            </a:r>
            <a:br/>
            <a:r>
              <a:t>村支书账号讲究"真实感"，手机拍反而更接地气。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✍️ 脚本通用结构（30-90秒）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286000" cy="11887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🪝 黄金钩子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017"/>
                </a:solidFill>
                <a:latin typeface="Microsoft YaHei"/>
              </a:defRPr>
            </a:pPr>
            <a:r>
              <a:t>0-7秒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冲突 / 悬念 / 反常识 / 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💡 前3秒定生死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2286000" cy="11887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📖 核心内容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017"/>
                </a:solidFill>
                <a:latin typeface="Microsoft YaHei"/>
              </a:defRPr>
            </a:pPr>
            <a:r>
              <a:t>7-60秒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三段式：是什么→为什么→怎么办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💡 信息密度高，节奏快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2286000" cy="11887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💬 互动收尾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017"/>
                </a:solidFill>
                <a:latin typeface="Microsoft YaHei"/>
              </a:defRPr>
            </a:pPr>
            <a:r>
              <a:t>最后5秒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提问引导评论 / 下集预告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💡 提高互动+关注转化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5016"/>
                </a:solidFill>
                <a:latin typeface="Microsoft YaHei"/>
              </a:defRPr>
            </a:pPr>
            <a:r>
              <a:t>三大栏目模板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3474720" cy="10972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真实记录型 · 30-60s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例：凌晨五点半的屯军营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5486400"/>
            <a:ext cx="3474720" cy="10972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王支书跟你说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943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知识输出型 · 30-60s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217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例：医保报销三句话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5486400"/>
            <a:ext cx="3474720" cy="10972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5943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文化故事型 · 60-90s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6217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例：村名500年历史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13条成品脚本总览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📋 脚本清单 (1-7)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19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498348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914400"/>
            <a:ext cx="251460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960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0876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636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50876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636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我是王支书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50876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5636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置顶介绍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1226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05740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1122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屯军营这个名字的来历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05740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21122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06039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66090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2606039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26609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一条路，两个样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606039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266090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54679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20954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154679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320954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医保报销，三句话说清楚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154679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79" y="3209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王支书跟你说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50s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0332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75818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370332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375818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凌晨五点半的屯军营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370332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79" y="375818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35s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25196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3068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425196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43068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村里最老的____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35040" y="425196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79" y="43068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55s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9264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80060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485546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5840" y="480060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97280" y="48554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村民说：我们支书____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80060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79" y="48554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95360" y="480060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86800" y="48554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50s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92640" y="480060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84080" y="48554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📋 脚本清单 (8-13)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19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498348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914400"/>
            <a:ext cx="251460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960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0876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636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50876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636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王支书的办公桌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50876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5636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1226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05740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1122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一亩地的账本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05740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21122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王支书跟你说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55s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06039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66090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2606039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26609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致在外打工的屯军营人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606039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266090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54679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20954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154679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320954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村两委开会，吵起来了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154679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79" y="3209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55s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0332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75818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370332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375818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城里人看不懂的农村规矩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370332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79" y="375818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50s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25196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3068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425196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43068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屯军营的四季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35040" y="425196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79" y="43068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65s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9264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016"/>
                </a:solidFill>
                <a:latin typeface="Microsoft YaHei"/>
              </a:defRPr>
            </a:pPr>
            <a:r>
              <a:t>🔥 爆款潜力 TOP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🥇 #10  致在外打工的屯军营人</a:t>
            </a:r>
            <a:br/>
            <a:r>
              <a:t>       情感向，直击在外游子共鸣 —— 预计传播力最高</a:t>
            </a:r>
            <a:br/>
            <a:br/>
            <a:r>
              <a:t>🥈 #12  城里人看不懂的农村规矩</a:t>
            </a:r>
            <a:br/>
            <a:r>
              <a:t>       城乡反差，天然流量密码 —— 破圈能力最强</a:t>
            </a:r>
            <a:br/>
            <a:br/>
            <a:r>
              <a:t>🥉 #7   村民说：我们支书____</a:t>
            </a:r>
            <a:br/>
            <a:r>
              <a:t>       真实评价不做作 —— 信任感拉满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启动行动清单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✅ 立即行动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77724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🔴 今天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325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找3个对标村支书账号，分析爆款视频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对标分析表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515600" cy="77724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🔴 今天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31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根据讨论结果，确定账号人设和风格方向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人设定调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515600" cy="77724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🟡 本周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37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用手机试拍脚本1（自我介绍），看镜头状态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样片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515600" cy="77724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🟡 本周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343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盘村资源：老照片、老物件、愿出镜的老人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资源清单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515600" cy="77724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🟢 两周内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349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拍完3-5条 → 注册账号 → 冷启动发布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首发内容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Microsoft YaHei"/>
              </a:defRPr>
            </a:pPr>
            <a:r>
              <a:t>屯军营，开拍！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13条脚本已就绪，只等第一声 "Action"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延庆区屯军营村 · 内部讨论稿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