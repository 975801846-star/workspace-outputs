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A817"/>
                </a:solidFill>
              </a:defRPr>
            </a:pPr>
            <a:r>
              <a:t>屯军营村·王健支书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短视频账号策划方案 v2.0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CC"/>
                </a:solidFill>
              </a:defRPr>
            </a:pPr>
            <a:r>
              <a:t>以足球为魂 · 以冠军为名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2026年6月 | 24条脚本 · 8周计划 · 变现路径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A817"/>
                </a:solidFill>
              </a:defRPr>
            </a:pPr>
            <a:r>
              <a:t>01  为什么改版？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5303520" cy="47548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800" b="1">
                <a:solidFill>
                  <a:srgbClr val="CC6666"/>
                </a:solidFill>
              </a:defRPr>
            </a:pPr>
            <a:r>
              <a:t>❌  v1.0 的问题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• 内容太散——13条覆盖6个方向，记不住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• 跟其他村支书号雷同（日常+政策+带货）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• 未发挥核心优势——足球和冠军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• 变现路径模糊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371600"/>
            <a:ext cx="5303520" cy="4754880"/>
          </a:xfrm>
          <a:prstGeom prst="rect">
            <a:avLst/>
          </a:prstGeom>
          <a:solidFill>
            <a:srgbClr val="0A2A0A"/>
          </a:solidFill>
          <a:ln w="25400">
            <a:solidFill>
              <a:srgbClr val="E8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800" b="1">
                <a:solidFill>
                  <a:srgbClr val="66CC66"/>
                </a:solidFill>
              </a:defRPr>
            </a:pPr>
            <a:r>
              <a:t>✅  v2.0 的解法</a:t>
            </a:r>
          </a:p>
          <a:p>
            <a:pPr>
              <a:spcBef>
                <a:spcPts val="800"/>
              </a:spcBef>
              <a:defRPr sz="1400">
                <a:solidFill>
                  <a:srgbClr val="CCEECC"/>
                </a:solidFill>
              </a:defRPr>
            </a:pPr>
            <a:r>
              <a:t>• 聚焦足球——24条脚本全部围绕足球</a:t>
            </a:r>
          </a:p>
          <a:p>
            <a:pPr>
              <a:spcBef>
                <a:spcPts val="800"/>
              </a:spcBef>
              <a:defRPr sz="1400">
                <a:solidFill>
                  <a:srgbClr val="CCEECC"/>
                </a:solidFill>
              </a:defRPr>
            </a:pPr>
            <a:r>
              <a:t>• 建立壁垒——冠军村IP无法复制</a:t>
            </a:r>
          </a:p>
          <a:p>
            <a:pPr>
              <a:spcBef>
                <a:spcPts val="800"/>
              </a:spcBef>
              <a:defRPr sz="1400">
                <a:solidFill>
                  <a:srgbClr val="CCEECC"/>
                </a:solidFill>
              </a:defRPr>
            </a:pPr>
            <a:r>
              <a:t>• 三条清晰栏目线，发布节奏固定</a:t>
            </a:r>
          </a:p>
          <a:p>
            <a:pPr>
              <a:spcBef>
                <a:spcPts val="800"/>
              </a:spcBef>
              <a:defRPr sz="1400">
                <a:solidFill>
                  <a:srgbClr val="CCEECC"/>
                </a:solidFill>
              </a:defRPr>
            </a:pPr>
            <a:r>
              <a:t>• 变现前置——阶梯式规划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solidFill>
            <a:srgbClr val="334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300" b="1">
                <a:solidFill>
                  <a:srgbClr val="E8A817"/>
                </a:solidFill>
              </a:defRPr>
            </a:pPr>
            <a:r>
              <a:t>核心转变：从「村支书的日常」→「一支球队在振兴一个村」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C2A"/>
                </a:solidFill>
              </a:defRPr>
            </a:pPr>
            <a:r>
              <a:t>框架变化一览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572000"/>
                <a:gridCol w="4663440"/>
              </a:tblGrid>
              <a:tr h="71845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v1.0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v2.0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核心人设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能干实事的村支书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热爱足球的冠军村书记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内容主线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日常 + 政策 + 文化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🥇足球精神 + 🥈兵味文化 + 🥉体育政策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差异化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军屯历史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冠军村体育IP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脚本数量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13条（无周期规划）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24条（8周×3条/周）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变现路径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农产品带货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夏令营→赛事→研学→文旅，阶梯变现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对标策略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无对标分析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4个对标号深度分析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C2A"/>
                </a:solidFill>
              </a:defRPr>
            </a:pPr>
            <a:r>
              <a:t>三条新栏目线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474720" cy="5029200"/>
          </a:xfrm>
          <a:prstGeom prst="rect">
            <a:avLst/>
          </a:prstGeom>
          <a:solidFill>
            <a:srgbClr val="F4F7F4"/>
          </a:solidFill>
          <a:ln w="25400">
            <a:solidFill>
              <a:srgbClr val="1A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300" b="1">
                <a:solidFill>
                  <a:srgbClr val="1A5C2A"/>
                </a:solidFill>
              </a:defRPr>
            </a:pPr>
            <a:r>
              <a:t>🥇 冠军村的足球精神线</a:t>
            </a:r>
          </a:p>
          <a:p>
            <a:pPr>
              <a:spcBef>
                <a:spcPts val="600"/>
              </a:spcBef>
              <a:defRPr sz="1100">
                <a:solidFill>
                  <a:srgbClr val="666666"/>
                </a:solidFill>
              </a:defRPr>
            </a:pPr>
            <a:r>
              <a:t>每周二、四发布</a:t>
            </a:r>
            <a:br/>
            <a:r>
              <a:t>主力栏目</a:t>
            </a:r>
            <a:br/>
            <a:br/>
            <a:r>
              <a:t>训练日常 · 比赛纪实</a:t>
            </a:r>
            <a:br/>
            <a:r>
              <a:t>球队故事 · 人物群像</a:t>
            </a:r>
            <a:br/>
            <a:br/>
            <a:r>
              <a:t>目的：建立「冠军村」IP认知</a:t>
            </a:r>
            <a:br/>
            <a:r>
              <a:t>积累情感粉丝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1188720"/>
            <a:ext cx="3474720" cy="5029200"/>
          </a:xfrm>
          <a:prstGeom prst="rect">
            <a:avLst/>
          </a:prstGeom>
          <a:solidFill>
            <a:srgbClr val="FFF8E1"/>
          </a:solidFill>
          <a:ln w="25400">
            <a:solidFill>
              <a:srgbClr val="E8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300" b="1">
                <a:solidFill>
                  <a:srgbClr val="1A5C2A"/>
                </a:solidFill>
              </a:defRPr>
            </a:pPr>
            <a:r>
              <a:t>🥈 屯军营兵味文化线</a:t>
            </a:r>
          </a:p>
          <a:p>
            <a:pPr>
              <a:spcBef>
                <a:spcPts val="600"/>
              </a:spcBef>
              <a:defRPr sz="1100">
                <a:solidFill>
                  <a:srgbClr val="666666"/>
                </a:solidFill>
              </a:defRPr>
            </a:pPr>
            <a:r>
              <a:t>每周四、六发布</a:t>
            </a:r>
            <a:br/>
            <a:br/>
            <a:r>
              <a:t>军屯历史 · 老兵故事</a:t>
            </a:r>
            <a:br/>
            <a:r>
              <a:t>古今对话 · 乡村规矩</a:t>
            </a:r>
            <a:br/>
            <a:br/>
            <a:r>
              <a:t>目的：赋予足球文化厚度</a:t>
            </a:r>
            <a:br/>
            <a:r>
              <a:t>强化独特性，其他村学不来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188720"/>
            <a:ext cx="3474720" cy="5029200"/>
          </a:xfrm>
          <a:prstGeom prst="rect">
            <a:avLst/>
          </a:prstGeom>
          <a:solidFill>
            <a:srgbClr val="F4F7F4"/>
          </a:solidFill>
          <a:ln w="25400">
            <a:solidFill>
              <a:srgbClr val="1A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300" b="1">
                <a:solidFill>
                  <a:srgbClr val="1A5C2A"/>
                </a:solidFill>
              </a:defRPr>
            </a:pPr>
            <a:r>
              <a:t>🥉 体育政策白话解读</a:t>
            </a:r>
          </a:p>
          <a:p>
            <a:pPr>
              <a:spcBef>
                <a:spcPts val="600"/>
              </a:spcBef>
              <a:defRPr sz="1100">
                <a:solidFill>
                  <a:srgbClr val="666666"/>
                </a:solidFill>
              </a:defRPr>
            </a:pPr>
            <a:r>
              <a:t>每周六、一发布</a:t>
            </a:r>
            <a:br/>
            <a:br/>
            <a:r>
              <a:t>运动健康 · 升学政策</a:t>
            </a:r>
            <a:br/>
            <a:r>
              <a:t>场地申请 · 赛事安全</a:t>
            </a:r>
            <a:br/>
            <a:br/>
            <a:r>
              <a:t>目的：实用价值+涨粉</a:t>
            </a:r>
            <a:br/>
            <a:r>
              <a:t>建立体育专业信任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A817"/>
                </a:solidFill>
              </a:defRPr>
            </a:pPr>
            <a:r>
              <a:t>02  对标分析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12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828800"/>
                <a:gridCol w="3017520"/>
                <a:gridCol w="2926080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账号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数据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核心盈利模式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关键启示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烟消云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个人故事+带货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791作品</a:t>
                      </a:r>
                      <a:br/>
                      <a:r>
                        <a:t>6865万赞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农产品橱窗带货</a:t>
                      </a:r>
                      <a:br/>
                      <a:r>
                        <a:t>个人IP商务合作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军旅背景=信任背书</a:t>
                      </a:r>
                      <a:br/>
                      <a:r>
                        <a:t>日更高频=算法优势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范文栋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基建+直播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72作品</a:t>
                      </a:r>
                      <a:br/>
                      <a:r>
                        <a:t>244万赞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直播助农打赏</a:t>
                      </a:r>
                      <a:br/>
                      <a:r>
                        <a:t>政府项目合作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「安路灯」=IP符号</a:t>
                      </a:r>
                      <a:br/>
                      <a:r>
                        <a:t>极简定位=极强记忆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张爱军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特产锚点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105作品</a:t>
                      </a:r>
                      <a:br/>
                      <a:r>
                        <a:t>678万赞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苹果品牌溢价</a:t>
                      </a:r>
                      <a:br/>
                      <a:r>
                        <a:t>产地旅游导流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「苹果第一镇」=产品锚</a:t>
                      </a:r>
                      <a:br/>
                      <a:r>
                        <a:t>不需要解释就懂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A817"/>
                          </a:solidFill>
                        </a:defRPr>
                      </a:pPr>
                      <a:r>
                        <a:t>⭐ 我们</a:t>
                      </a:r>
                    </a:p>
                  </a:txBody>
                  <a:tcPr>
                    <a:solidFill>
                      <a:srgbClr val="0A2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A817"/>
                          </a:solidFill>
                        </a:defRPr>
                      </a:pPr>
                      <a:r>
                        <a:t>足球IP</a:t>
                      </a:r>
                    </a:p>
                  </a:txBody>
                  <a:tcPr>
                    <a:solidFill>
                      <a:srgbClr val="0A2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A817"/>
                          </a:solidFill>
                        </a:defRPr>
                      </a:pPr>
                      <a:r>
                        <a:t>24条待拍</a:t>
                      </a:r>
                    </a:p>
                  </a:txBody>
                  <a:tcPr>
                    <a:solidFill>
                      <a:srgbClr val="0A2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A817"/>
                          </a:solidFill>
                        </a:defRPr>
                      </a:pPr>
                      <a:r>
                        <a:t>赛事+研学+文旅</a:t>
                      </a:r>
                      <a:br/>
                      <a:r>
                        <a:t>阶梯式变现</a:t>
                      </a:r>
                    </a:p>
                  </a:txBody>
                  <a:tcPr>
                    <a:solidFill>
                      <a:srgbClr val="0A2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A817"/>
                          </a:solidFill>
                        </a:defRPr>
                      </a:pPr>
                      <a:r>
                        <a:t>冠军村壁垒</a:t>
                      </a:r>
                      <a:br/>
                      <a:r>
                        <a:t>天花板远高于农产品</a:t>
                      </a:r>
                    </a:p>
                  </a:txBody>
                  <a:tcPr>
                    <a:solidFill>
                      <a:srgbClr val="0A2A0A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74320" y="4754880"/>
            <a:ext cx="11612880" cy="731520"/>
          </a:xfrm>
          <a:prstGeom prst="rect">
            <a:avLst/>
          </a:prstGeom>
          <a:solidFill>
            <a:srgbClr val="334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200" b="1">
                <a:solidFill>
                  <a:srgbClr val="E8A817"/>
                </a:solidFill>
              </a:defRPr>
            </a:pPr>
            <a:r>
              <a:t>三者共同点：都靠农产品变现，天花板 = 带货GMV</a:t>
            </a:r>
            <a:br/>
            <a:r>
              <a:t>我们的差异：变现靠「IP」，天花板 = 赛事 + 研学 + 体育旅游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669280"/>
            <a:ext cx="5577840" cy="1005840"/>
          </a:xfrm>
          <a:prstGeom prst="rect">
            <a:avLst/>
          </a:prstGeom>
          <a:solidFill>
            <a:srgbClr val="F4F7F4"/>
          </a:solidFill>
          <a:ln w="25400">
            <a:solidFill>
              <a:srgbClr val="1A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300" b="1">
                <a:solidFill>
                  <a:srgbClr val="1A5C2A"/>
                </a:solidFill>
              </a:defRPr>
            </a:pPr>
            <a:r>
              <a:t>竞品做不了的事</a:t>
            </a:r>
          </a:p>
          <a:p>
            <a:pPr>
              <a:spcBef>
                <a:spcPts val="600"/>
              </a:spcBef>
              <a:defRPr sz="1100">
                <a:solidFill>
                  <a:srgbClr val="666666"/>
                </a:solidFill>
              </a:defRPr>
            </a:pPr>
            <a:r>
              <a:t>没有村级体育公园 · 没有冠军球队 · 没有500年军屯IP · 没有书记+教练复合人设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5669280"/>
            <a:ext cx="5669280" cy="1005840"/>
          </a:xfrm>
          <a:prstGeom prst="rect">
            <a:avLst/>
          </a:prstGeom>
          <a:solidFill>
            <a:srgbClr val="FFF8E1"/>
          </a:solidFill>
          <a:ln w="25400">
            <a:solidFill>
              <a:srgbClr val="E8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300" b="1">
                <a:solidFill>
                  <a:srgbClr val="1A5C2A"/>
                </a:solidFill>
              </a:defRPr>
            </a:pPr>
            <a:r>
              <a:t>我们独有的事</a:t>
            </a:r>
          </a:p>
          <a:p>
            <a:pPr>
              <a:spcBef>
                <a:spcPts val="600"/>
              </a:spcBef>
              <a:defRPr sz="1100">
                <a:solidFill>
                  <a:srgbClr val="666666"/>
                </a:solidFill>
              </a:defRPr>
            </a:pPr>
            <a:r>
              <a:t>延庆首个村级体育公园 · 多条冠军奖杯 · 军屯文化+足球IP · 赛事→研学→文旅阶梯变现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A817"/>
                </a:solidFill>
              </a:defRPr>
            </a:pPr>
            <a:r>
              <a:t>03  怎么盈利？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四阶梯变现路径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828800"/>
            <a:ext cx="548640" cy="548640"/>
          </a:xfrm>
          <a:prstGeom prst="ellipse">
            <a:avLst/>
          </a:prstGeom>
          <a:solidFill>
            <a:srgbClr val="E8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0F1F0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A817"/>
                </a:solidFill>
              </a:defRPr>
            </a:pPr>
            <a:r>
              <a:t>内容期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</a:defRPr>
            </a:pPr>
            <a:r>
              <a:t>月1-3</a:t>
            </a:r>
            <a:br/>
            <a:r>
              <a:t>零变现</a:t>
            </a:r>
            <a:br/>
            <a:r>
              <a:t>纯内容积累</a:t>
            </a:r>
            <a:br/>
            <a:r>
              <a:t>目标：1万粉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A817"/>
                </a:solidFill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4297680" y="1828800"/>
            <a:ext cx="548640" cy="548640"/>
          </a:xfrm>
          <a:prstGeom prst="ellipse">
            <a:avLst/>
          </a:prstGeom>
          <a:solidFill>
            <a:srgbClr val="E8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0F1F0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A817"/>
                </a:solidFill>
              </a:defRPr>
            </a:pPr>
            <a:r>
              <a:t>赛事期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0175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</a:defRPr>
            </a:pPr>
            <a:r>
              <a:t>月3-6</a:t>
            </a:r>
            <a:br/>
            <a:r>
              <a:t>邀请赛报名费</a:t>
            </a:r>
            <a:br/>
            <a:r>
              <a:t>体育局合作</a:t>
            </a:r>
            <a:br/>
            <a:r>
              <a:t>目标：5万粉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A817"/>
                </a:solidFill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0" y="1828800"/>
            <a:ext cx="548640" cy="548640"/>
          </a:xfrm>
          <a:prstGeom prst="ellipse">
            <a:avLst/>
          </a:prstGeom>
          <a:solidFill>
            <a:srgbClr val="E8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0F1F0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A817"/>
                </a:solidFill>
              </a:defRPr>
            </a:pPr>
            <a:r>
              <a:t>研学期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0175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</a:defRPr>
            </a:pPr>
            <a:r>
              <a:t>月6-9</a:t>
            </a:r>
            <a:br/>
            <a:r>
              <a:t>夏令营收入</a:t>
            </a:r>
            <a:br/>
            <a:r>
              <a:t>企业团建</a:t>
            </a:r>
            <a:br/>
            <a:r>
              <a:t>目标：10万粉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A817"/>
                </a:solidFill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10149840" y="1828800"/>
            <a:ext cx="548640" cy="548640"/>
          </a:xfrm>
          <a:prstGeom prst="ellipse">
            <a:avLst/>
          </a:prstGeom>
          <a:solidFill>
            <a:srgbClr val="E8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0F1F0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A817"/>
                </a:solidFill>
              </a:defRPr>
            </a:pPr>
            <a:r>
              <a:t>文旅期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0175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</a:defRPr>
            </a:pPr>
            <a:r>
              <a:t>月9-12</a:t>
            </a:r>
            <a:br/>
            <a:r>
              <a:t>体育旅游线路</a:t>
            </a:r>
            <a:br/>
            <a:r>
              <a:t>品牌赞助</a:t>
            </a:r>
            <a:br/>
            <a:r>
              <a:t>目标：20万粉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solidFill>
            <a:srgbClr val="334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300" b="1">
                <a:solidFill>
                  <a:srgbClr val="E8A817"/>
                </a:solidFill>
              </a:defRPr>
            </a:pPr>
            <a:r>
              <a:t>盈利逻辑：足球内容建信任 → 赛事聚人气 → 研学教育变现 → 体育旅游IP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C2A"/>
                </a:solidFill>
              </a:defRPr>
            </a:pPr>
            <a:r>
              <a:t>各阶段盈利明细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3200400"/>
                <a:gridCol w="2560320"/>
                <a:gridCol w="2560320"/>
              </a:tblGrid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变现方式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预估收入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启动条件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内容期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月1-3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零变现，纯涨粉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¥0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开始拍摄即可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赛事期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月3-6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村际邀请赛报名费</a:t>
                      </a:r>
                      <a:br/>
                      <a:r>
                        <a:t>体育局补贴</a:t>
                      </a:r>
                      <a:br/>
                      <a:r>
                        <a:t>场边广告位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¥3000-8000/场</a:t>
                      </a:r>
                      <a:br/>
                      <a:r>
                        <a:t>¥5000-20000</a:t>
                      </a:r>
                      <a:br/>
                      <a:r>
                        <a:t>¥2000-5000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粉丝≥1万</a:t>
                      </a:r>
                      <a:br/>
                      <a:r>
                        <a:t>3个合作村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研学期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月6-9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青少年足球夏令营</a:t>
                      </a:r>
                      <a:br/>
                      <a:r>
                        <a:t>企业足球团建</a:t>
                      </a:r>
                      <a:br/>
                      <a:r>
                        <a:t>球员培训课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¥1500-3000/人</a:t>
                      </a:r>
                      <a:br/>
                      <a:r>
                        <a:t>¥5000-15000/场</a:t>
                      </a:r>
                      <a:br/>
                      <a:r>
                        <a:t>¥500-1000/课时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粉丝≥5万</a:t>
                      </a:r>
                      <a:br/>
                      <a:r>
                        <a:t>有接待能力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文旅期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月9-12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体育旅游线路分成</a:t>
                      </a:r>
                      <a:br/>
                      <a:r>
                        <a:t>运动品牌赞助</a:t>
                      </a:r>
                      <a:br/>
                      <a:r>
                        <a:t>直播带货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按人次分成</a:t>
                      </a:r>
                      <a:br/>
                      <a:r>
                        <a:t>¥10000-50000/年</a:t>
                      </a:r>
                      <a:br/>
                      <a:r>
                        <a:t>¥2000-5000/场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粉丝≥10万</a:t>
                      </a:r>
                      <a:br/>
                      <a:r>
                        <a:t>文旅局合作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C2A"/>
                </a:solidFill>
              </a:defRPr>
            </a:pPr>
            <a:r>
              <a:t>前期（月1-3）怎么做？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188720"/>
            <a:ext cx="3566160" cy="5029200"/>
          </a:xfrm>
          <a:prstGeom prst="rect">
            <a:avLst/>
          </a:prstGeom>
          <a:solidFill>
            <a:srgbClr val="F4F7F4"/>
          </a:solidFill>
          <a:ln w="25400">
            <a:solidFill>
              <a:srgbClr val="1A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300" b="1">
                <a:solidFill>
                  <a:srgbClr val="1A5C2A"/>
                </a:solidFill>
              </a:defRPr>
            </a:pPr>
            <a:r>
              <a:t>📱 内容策略</a:t>
            </a:r>
          </a:p>
          <a:p>
            <a:pPr>
              <a:spcBef>
                <a:spcPts val="600"/>
              </a:spcBef>
              <a:defRPr sz="1100">
                <a:solidFill>
                  <a:srgbClr val="666666"/>
                </a:solidFill>
              </a:defRPr>
            </a:pPr>
            <a:r>
              <a:t>• 每周3条，雷打不动</a:t>
            </a:r>
            <a:br/>
            <a:r>
              <a:t>• 前4周不求爆款，求人设统一</a:t>
            </a:r>
            <a:br/>
            <a:r>
              <a:t>• 王健出镜率 ≥ 80%</a:t>
            </a:r>
            <a:br/>
            <a:r>
              <a:t>• 评论区100%回复</a:t>
            </a:r>
            <a:br/>
            <a:r>
              <a:t>• 固定发布时间：18:30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188720"/>
            <a:ext cx="3566160" cy="5029200"/>
          </a:xfrm>
          <a:prstGeom prst="rect">
            <a:avLst/>
          </a:prstGeom>
          <a:solidFill>
            <a:srgbClr val="FFF8E1"/>
          </a:solidFill>
          <a:ln w="25400">
            <a:solidFill>
              <a:srgbClr val="E8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300" b="1">
                <a:solidFill>
                  <a:srgbClr val="1A5C2A"/>
                </a:solidFill>
              </a:defRPr>
            </a:pPr>
            <a:r>
              <a:t>🔧 设备策略</a:t>
            </a:r>
          </a:p>
          <a:p>
            <a:pPr>
              <a:spcBef>
                <a:spcPts val="600"/>
              </a:spcBef>
              <a:defRPr sz="1100">
                <a:solidFill>
                  <a:srgbClr val="666666"/>
                </a:solidFill>
              </a:defRPr>
            </a:pPr>
            <a:r>
              <a:t>• 先用手机+稳定器（已有）</a:t>
            </a:r>
            <a:br/>
            <a:r>
              <a:t>• 必买：无线领夹麦</a:t>
            </a:r>
            <a:br/>
            <a:r>
              <a:t>• 航拍：借/租，不急买</a:t>
            </a:r>
            <a:br/>
            <a:r>
              <a:t>• 花在「内容」上的时间</a:t>
            </a:r>
            <a:br/>
            <a:r>
              <a:t>   &gt; 花在「设备」上的钱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1188720"/>
            <a:ext cx="3566160" cy="5029200"/>
          </a:xfrm>
          <a:prstGeom prst="rect">
            <a:avLst/>
          </a:prstGeom>
          <a:solidFill>
            <a:srgbClr val="F4F7F4"/>
          </a:solidFill>
          <a:ln w="25400">
            <a:solidFill>
              <a:srgbClr val="1A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300" b="1">
                <a:solidFill>
                  <a:srgbClr val="1A5C2A"/>
                </a:solidFill>
              </a:defRPr>
            </a:pPr>
            <a:r>
              <a:t>📊 数据策略</a:t>
            </a:r>
          </a:p>
          <a:p>
            <a:pPr>
              <a:spcBef>
                <a:spcPts val="600"/>
              </a:spcBef>
              <a:defRPr sz="1100">
                <a:solidFill>
                  <a:srgbClr val="666666"/>
                </a:solidFill>
              </a:defRPr>
            </a:pPr>
            <a:r>
              <a:t>• 周复盘：完播率+互动率+涨粉</a:t>
            </a:r>
            <a:br/>
            <a:r>
              <a:t>• 找到自己的爆款因子</a:t>
            </a:r>
            <a:br/>
            <a:r>
              <a:t>• 每周刷3个同类对标账号</a:t>
            </a:r>
            <a:br/>
            <a:r>
              <a:t>• 第4周做一次方向微调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C2A"/>
                </a:solidFill>
              </a:defRPr>
            </a:pPr>
            <a:r>
              <a:t>什么时候可以开始变现？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188720"/>
            <a:ext cx="3566160" cy="3200400"/>
          </a:xfrm>
          <a:prstGeom prst="rect">
            <a:avLst/>
          </a:prstGeom>
          <a:solidFill>
            <a:srgbClr val="F4F7F4"/>
          </a:solidFill>
          <a:ln w="25400">
            <a:solidFill>
              <a:srgbClr val="1A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300" b="1">
                <a:solidFill>
                  <a:srgbClr val="1A5C2A"/>
                </a:solidFill>
              </a:defRPr>
            </a:pPr>
            <a:r>
              <a:t>🚦 信号一：粉丝过万</a:t>
            </a:r>
          </a:p>
          <a:p>
            <a:pPr>
              <a:spcBef>
                <a:spcPts val="600"/>
              </a:spcBef>
              <a:defRPr sz="1100">
                <a:solidFill>
                  <a:srgbClr val="666666"/>
                </a:solidFill>
              </a:defRPr>
            </a:pPr>
            <a:r>
              <a:t>开始接村际邀请赛</a:t>
            </a:r>
            <a:br/>
            <a:r>
              <a:t>邀请赛报名费 + 体育局合作</a:t>
            </a:r>
            <a:br/>
            <a:r>
              <a:t>前提：至少3期视频互动率 &gt; 5%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188720"/>
            <a:ext cx="3566160" cy="3200400"/>
          </a:xfrm>
          <a:prstGeom prst="rect">
            <a:avLst/>
          </a:prstGeom>
          <a:solidFill>
            <a:srgbClr val="FFF8E1"/>
          </a:solidFill>
          <a:ln w="25400">
            <a:solidFill>
              <a:srgbClr val="E8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300" b="1">
                <a:solidFill>
                  <a:srgbClr val="1A5C2A"/>
                </a:solidFill>
              </a:defRPr>
            </a:pPr>
            <a:r>
              <a:t>🚦 信号二：野生咨询</a:t>
            </a:r>
          </a:p>
          <a:p>
            <a:pPr>
              <a:spcBef>
                <a:spcPts val="600"/>
              </a:spcBef>
              <a:defRPr sz="1100">
                <a:solidFill>
                  <a:srgbClr val="666666"/>
                </a:solidFill>
              </a:defRPr>
            </a:pPr>
            <a:r>
              <a:t>评论区有人问：</a:t>
            </a:r>
            <a:br/>
            <a:r>
              <a:t>「能来踢球吗」「有夏令营吗」</a:t>
            </a:r>
            <a:br/>
            <a:r>
              <a:t>这时候：马上推出体验产品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1188720"/>
            <a:ext cx="3566160" cy="3200400"/>
          </a:xfrm>
          <a:prstGeom prst="rect">
            <a:avLst/>
          </a:prstGeom>
          <a:solidFill>
            <a:srgbClr val="F4F7F4"/>
          </a:solidFill>
          <a:ln w="25400">
            <a:solidFill>
              <a:srgbClr val="1A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300" b="1">
                <a:solidFill>
                  <a:srgbClr val="1A5C2A"/>
                </a:solidFill>
              </a:defRPr>
            </a:pPr>
            <a:r>
              <a:t>🚦 信号三：官方关注</a:t>
            </a:r>
          </a:p>
          <a:p>
            <a:pPr>
              <a:spcBef>
                <a:spcPts val="600"/>
              </a:spcBef>
              <a:defRPr sz="1100">
                <a:solidFill>
                  <a:srgbClr val="666666"/>
                </a:solidFill>
              </a:defRPr>
            </a:pPr>
            <a:r>
              <a:t>区体育局/文旅局主动联系</a:t>
            </a:r>
            <a:br/>
            <a:r>
              <a:t>或本地媒体报道</a:t>
            </a:r>
            <a:br/>
            <a:r>
              <a:t>这时候：申请政府文旅扶持资金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5029200"/>
            <a:ext cx="11612880" cy="731520"/>
          </a:xfrm>
          <a:prstGeom prst="rect">
            <a:avLst/>
          </a:prstGeom>
          <a:solidFill>
            <a:srgbClr val="223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>
              <a:defRPr sz="1400" b="1">
                <a:solidFill>
                  <a:srgbClr val="E8A817"/>
                </a:solidFill>
              </a:defRPr>
            </a:pPr>
            <a:r>
              <a:t>预计时间线：内容期 3个月 → 赛事变现 第4个月 → 研学变现 第7个月 → 文旅变现 第10个月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C2A"/>
                </a:solidFill>
              </a:defRPr>
            </a:pPr>
            <a:r>
              <a:t>内容 → 变现 地图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🥇足球精神线 → 赛事IP → 冠军村品牌  |  🥈兵味文化线 → 文化赋能 → 研学团建  |  🥉体育政策线 → 专业信任 → 政府合作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C2A"/>
                </a:solidFill>
              </a:defRPr>
            </a:pPr>
            <a:r>
              <a:t>八周执行节奏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3840480"/>
                <a:gridCol w="5212080"/>
              </a:tblGrid>
              <a:tr h="558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周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主题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足球精神线（主打）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关键产出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亮相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自我介绍+冠军教练身份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第一条视频发布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W2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情感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球场建设回忆+从荒地到绿茵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老照片素材备齐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W3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热血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凌晨训练+战术板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体现专业度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W4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人物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村民评价+城乡反差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真实口碑传播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W5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冠军奖杯+三代人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展示硬实力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W6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幕后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比赛全流程+更衣室开会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破壁内容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W7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对抗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雨战+农民球员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情绪高潮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W8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展望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致游子+长城+未来规划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品牌收束</a:t>
                      </a:r>
                    </a:p>
                  </a:txBody>
                  <a:tcPr>
                    <a:solidFill>
                      <a:srgbClr val="F4F7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A817"/>
                </a:solidFill>
              </a:defRPr>
            </a:pPr>
            <a:r>
              <a:t>屯军营，开拍！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24条脚本已就绪 · 8周执行计划 · 4阶变现路径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策划 &amp; 脚本 by OpenClaw · 2026年6月 · v2.0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