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slide" Target="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Effective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D8C8E8"/>
                </a:solidFill>
                <a:latin typeface="Calibri"/>
              </a:rPr>
              <a:t>Personality Types and Team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B9A6D0"/>
                </a:solidFill>
                <a:latin typeface="Calibri"/>
              </a:rPr>
              <a:t>The Myers-Briggs questionnaire and the eight MTR-i team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9A8AB0"/>
                </a:solidFill>
                <a:latin typeface="Calibri"/>
              </a:rPr>
              <a:t>Based on Carl Jung's theory of psychological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The Myers-Briggs Type Indicator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Four dimensions of preference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We are all different, and we all make a valuable contribution to group work.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MBTI describes personality preference in four dimensions.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1.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Extraversion (E)  /  Introversion (I)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320040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2.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9776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Sensing (S)  /  Intuition (N)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0040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3.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9776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Thinking (T)  /  Feeling (F)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320040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4. Lifestyle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9776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Judging (J)  /  Perceiving (P)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Click a question below to see the four questions, or jump to the team roles: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Q1 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60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3"/>
              </a:rPr>
              <a:t>Q2 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760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4"/>
              </a:rPr>
              <a:t>Q3 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760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5"/>
              </a:rPr>
              <a:t>Q4  Lifestyle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u="sng">
                <a:solidFill>
                  <a:srgbClr val="0563C1"/>
                </a:solidFill>
                <a:latin typeface="Calibri"/>
                <a:hlinkClick r:id="rId6"/>
              </a:rPr>
              <a:t>See the 8 team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1: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Extraversion (E)  |  Introversion 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an extrovert or an introvert?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Extrovert (E) - gain energy from others, think out 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Introvert (I) - gain energy from time alone, think quietly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217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Team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2: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Sensing (S)  |  Intuition 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sensing type or an intuitive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Sensing (S) - trust concrete facts, value common sense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Intuition (N) - trust instincts, value imagination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217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Team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3: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Thinking (T)  |  Feeling (F)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thinking type or a feeling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Thinking (T) - analyse, value truth and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Feeling (F) - consider people, value compromise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217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Team 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4: Lifestyle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Judging (J)  |  Perceiving (P)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judging type or a perceiving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Judging (J) - prefer decisions made, set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926080"/>
            <a:ext cx="530352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Perceiving (P) - prefer options open, adapt easily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217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Team roles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Eight Team Roles (MTR-i)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How personality becomes a contribution to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The questionnaire maps your MBTI type to one of eight team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Each role brings a strength and a possible blind spot. Click a role to see its full description: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79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59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01752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3154679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Conductor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794759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54679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Crusader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94759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Fi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01752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3154679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794759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Innovator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57200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79" y="470916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Curator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53492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7200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70916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Sculptor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492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572000"/>
            <a:ext cx="2697480" cy="13716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470916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Scientist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53492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108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2"/>
              </a:rPr>
              <a:t>Coach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79" y="3108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3"/>
              </a:rPr>
              <a:t>Conductor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08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4"/>
              </a:rPr>
              <a:t>Crusader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089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5"/>
              </a:rPr>
              <a:t>Explorer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63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6"/>
              </a:rPr>
              <a:t>Innovator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79" y="4663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7"/>
              </a:rPr>
              <a:t>Curator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63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8"/>
              </a:rPr>
              <a:t>Sculptor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663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sng">
                <a:solidFill>
                  <a:srgbClr val="0563C1"/>
                </a:solidFill>
                <a:latin typeface="Calibri"/>
                <a:hlinkClick r:id="rId9"/>
              </a:rPr>
              <a:t>Scientist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Fe  (Extraversion + Feeling)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Coaches try to create harmony in the world around them, by building rapport with people, creating a positive team atmosphere, looking after people's welfare, motivating people and/or providing a service to the satisfaction of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Easily influenced; not always assertive enough to promote their own ideas; easily discouraged if contributions are ignored.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Te  (Thinking-driven)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Conductors introduce organisation and a logical structure into the way things are done. They organise and systematise, establish plans, identify and implement correct procedures, and define roles and responsibilities clearly.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May be seen as manipulative or overly bureaucratic, especially if they dominate or steer the group without discussion.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Crusader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Fi  (Introversion + Feeling)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Crusaders give importance to particular thoughts, ideas, or beliefs. They are value-driven, bringing a sense of priority from strong convictions, and emphasise the ideas that matter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Strong beliefs may make them distance from, or clash with, others who hold contrary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Ne  (Extraversion + Intuition + Perceiving)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Explorers promote exploration of new and better ways of doing things, uncovering hidden potential in people, things or situations. They break new ground and challenge the status quo.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Get bored easily; may not pay attention to detail or want to discuss small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Innovator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Ni  (Introversion + Intuition + Judging)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Innovators use their imagination to create new and different ideas and perspectives. They observe the world, consider it from many angles, and dream up new ideas and insights.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Seen as 'up in the clouds'; may disregard practical details, ignore procedure, or be too preoccupied to communicate.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Si  (Introversion + Sensing)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Curators bring clarity to the inner world of information, ideas and understanding. They listen, ask questions, absorb information, and look to the future with clear goals and pathways.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Not always responsive to new, unproven ideas; may be over-cautious about ideas outside their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Sculptor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Se  (Extraversion + Sensing)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Sculptors bring things to fruition by getting things done - now. They are action-oriented, deal with whatever the current situation presents, and spur others into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May show irritation with others they feel are not contributing or taking the task seriously enough.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Scientist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Team role - Ti  (Introversion + Thinking)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301752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502379"/>
                </a:solidFill>
                <a:latin typeface="Calibri"/>
              </a:rPr>
              <a:t>What they bring to the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Scientists provide explanations of how and why things happen. They bring structure to ideas, analyse, formulate hypotheses, and build mental models of how the world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BEAEA"/>
          </a:solidFill>
          <a:ln w="1524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Calibri"/>
              </a:rPr>
              <a:t>Possible blind spot: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May not always work collaboratively, preferring to work and pursue ideas independently.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 to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Using your type to build effective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Two questions the questionnaire asks you to consider: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972800" cy="10058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1.  Do you agree with the role the test assigned for you?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972800" cy="10058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2.  Do you think you would perform well in this role?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502379"/>
                </a:solidFill>
                <a:latin typeface="Calibri"/>
              </a:rPr>
              <a:t>The key to effective teamwork is understanding yourself AND others.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Every role has strengths and stretches. A good team uses them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