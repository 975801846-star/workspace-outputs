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4A017"/>
                </a:solidFill>
                <a:latin typeface="Microsoft YaHei"/>
              </a:defRPr>
            </a:pPr>
            <a:r>
              <a:t>屯军营村 · 村支书王健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icrosoft YaHei"/>
              </a:defRPr>
            </a:pPr>
            <a:r>
              <a:t>个人视频账号策划方案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/>
              </a:defRPr>
            </a:pPr>
            <a:r>
              <a:t>延庆区 · 屯军营村  |  2026年5月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13条成品脚本 · 8大方向 · 完整策划框架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1A3D0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账号定位：8大可量化方向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🎯 8大可量化方向 (1-4)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34439"/>
            <a:ext cx="54864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1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村务日记型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每天工作实拍：开会、走访、修路、调解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粉丝量 / 完播率 / 关键词占比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54864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14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乡村振兴纪实型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村庄对比：改造前 vs 改造后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播放量 / 收藏量 / 政务转发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39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86200"/>
            <a:ext cx="54864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690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8404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农业产业带货型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2519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农产品展示 → 挂车销售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886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GMV / 转化率 / 复购率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7492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12080"/>
            <a:ext cx="54864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3949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1663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基层政策解读型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577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大白话解释惠农政策、医保、宅基地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532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粉丝增长 / 二次传播率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🎯 8大可量化方向 (5-8)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34439"/>
            <a:ext cx="54864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1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村支书Vlog型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"村支书的一天"人格化内容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粉丝粘性 / 评论情感比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54864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14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乡村文化IP型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村名由来、军屯历史、延庆民俗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完播率 / 文旅关注 / 媒体报道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39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86200"/>
            <a:ext cx="54864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690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8404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矛盾调解真人秀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2519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真实邻里纠纷调解（脱敏处理）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886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互动率 / 争议出圈概率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74920"/>
            <a:ext cx="73152" cy="1143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212080"/>
            <a:ext cx="548640" cy="8686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3949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1663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村支书带你看延庆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577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以屯军营为基地辐射延庆文旅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017"/>
                </a:solidFill>
                <a:latin typeface="Microsoft YaHei"/>
              </a:defRPr>
            </a:pPr>
            <a:r>
              <a:t>📊 可量化指标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532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文旅局合作 / 旅游转化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10332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73152" cy="2286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💡 推荐组合策略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Microsoft YaHei"/>
              </a:defRPr>
            </a:pPr>
            <a:r>
              <a:t>主攻：E+F（人格化Vlog + 文化IP）</a:t>
            </a:r>
            <a:br/>
            <a:r>
              <a:t>辅助：D（政策解读引流）</a:t>
            </a:r>
            <a:br/>
            <a:r>
              <a:t>阶段测试：C（农业带货）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1A3D0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启动逻辑框架 · 五层搭建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🏗 五层搭建框架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4864" cy="914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645920" cy="9144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第1层 · 定位层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1887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王健是谁？→ 延庆屯军营村的80后支书</a:t>
            </a:r>
            <a:br/>
            <a:r>
              <a:t>账号调性：真实 · 接地气 · 有温度 · 能办事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1645920" cy="9144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第2层 · 内容层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2860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4大内容支柱：日常工作 + 政策解读 + 村庄故事 + 支书Vlog</a:t>
            </a:r>
            <a:br/>
            <a:r>
              <a:t>每个支柱配固定栏目名和时间节奏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91839"/>
            <a:ext cx="54864" cy="914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291839"/>
            <a:ext cx="1645920" cy="9144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第3层 · 运营层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383279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平台：抖音（主）+ 视频号（辅）</a:t>
            </a:r>
            <a:br/>
            <a:r>
              <a:t>节奏：每周3-5条 / 评论必回 / 每周数据复盘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54864" cy="914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89120"/>
            <a:ext cx="1645920" cy="9144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5720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第4层 · 转化层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59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信任 → 关注 → 铁粉 → 农产品购买 / 村民办事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486400"/>
            <a:ext cx="54864" cy="914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86400"/>
            <a:ext cx="1645920" cy="9144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6692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第5层 · 风险层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5778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内容边界设定 · 舆情预案 · 乡镇领导知情支持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📅 五阶段启动时间线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515600" cy="82296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调研期  |  第1周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盘村资源 → 定人设 → 找对标 → 注册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40280"/>
            <a:ext cx="10515600" cy="82296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筹备期  |  第2周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77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写框架 → 备设备 → 试拍3-5条 → 审片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291839"/>
            <a:ext cx="10515600" cy="82296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899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42899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冷启动  |  第3-4周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4289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每天1条 → 记录数据 → 找爆款因子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43400"/>
            <a:ext cx="10515600" cy="82296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80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增长期  |  第2-3月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4805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加大产出 → 尝试直播 → 建立矩阵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94959"/>
            <a:ext cx="10515600" cy="82296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532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  <a:latin typeface="Microsoft YaHei"/>
              </a:defRPr>
            </a:pPr>
            <a:r>
              <a:t>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532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稳定期  |  第4月+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532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固定栏目 → 商务合作 → 持续迭代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1A3D0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拍摄装备 &amp; 脚本写作框架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📷 三级拍摄装备清单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291840" cy="27432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🥇 入门级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017"/>
                </a:solidFill>
                <a:latin typeface="Microsoft YaHei"/>
              </a:defRPr>
            </a:pPr>
            <a:r>
              <a:t>¥800-1500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iPhone 14+ / 安卓旗舰</a:t>
            </a:r>
            <a:br/>
            <a:r>
              <a:t>大疆 OM6 手机稳定器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Microsoft YaHei"/>
              </a:defRPr>
            </a:pPr>
            <a:r>
              <a:t>用途：日常Vlog、走访跟拍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097280"/>
            <a:ext cx="3291840" cy="27432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🥈 进阶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017"/>
                </a:solidFill>
                <a:latin typeface="Microsoft YaHei"/>
              </a:defRPr>
            </a:pPr>
            <a:r>
              <a:t>¥4000-8000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945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DJI Pocket 3</a:t>
            </a:r>
            <a:br/>
            <a:r>
              <a:t>罗德 Wireless GO II 领夹麦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Microsoft YaHei"/>
              </a:defRPr>
            </a:pPr>
            <a:r>
              <a:t>用途：画质升级、采访、政策讲解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97280"/>
            <a:ext cx="3291840" cy="27432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097280"/>
            <a:ext cx="3291840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🥉 专业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37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017"/>
                </a:solidFill>
                <a:latin typeface="Microsoft YaHei"/>
              </a:defRPr>
            </a:pPr>
            <a:r>
              <a:t>¥8000-15000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945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大疆 Mini 4 Pro 无人机</a:t>
            </a:r>
            <a:br/>
            <a:r>
              <a:t>补光灯 + 滑轨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Microsoft YaHei"/>
              </a:defRPr>
            </a:pPr>
            <a:r>
              <a:t>用途：村庄航拍、夜景、室内访谈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89120"/>
            <a:ext cx="1069848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389120"/>
            <a:ext cx="54864" cy="13716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5016"/>
                </a:solidFill>
                <a:latin typeface="Microsoft YaHei"/>
              </a:defRPr>
            </a:pPr>
            <a:r>
              <a:t>💡 建议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937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先入门，出爆款后再升级。必买只有两样：手机稳定器 + 无线领夹麦。</a:t>
            </a:r>
            <a:br/>
            <a:r>
              <a:t>村支书账号讲究"真实感"，手机拍反而更接地气。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✍️ 脚本通用结构 (30-90秒)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4864" cy="10972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2011680" cy="10972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🪝 黄金钩子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017"/>
                </a:solidFill>
                <a:latin typeface="Microsoft YaHei"/>
              </a:defRPr>
            </a:pPr>
            <a:r>
              <a:t>0-7秒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冲突 / 悬念 / 反常识 / 痛点问题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737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💡 抓眼球，前3秒定生死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54864" cy="10972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2011680" cy="10972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📖 核心内容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017"/>
                </a:solidFill>
                <a:latin typeface="Microsoft YaHei"/>
              </a:defRPr>
            </a:pPr>
            <a:r>
              <a:t>7-60秒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三段式：是什么 → 为什么 → 怎么办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💡 信息密度要高，节奏要快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4864" cy="109728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840480"/>
            <a:ext cx="2011680" cy="10972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💬 互动收尾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017"/>
                </a:solidFill>
                <a:latin typeface="Microsoft YaHei"/>
              </a:defRPr>
            </a:pPr>
            <a:r>
              <a:t>最后5秒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提问引导评论 / 下集预告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/>
              </a:defRPr>
            </a:pPr>
            <a:r>
              <a:t>💡 提高互动率和关注转化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5016"/>
                </a:solidFill>
                <a:latin typeface="Microsoft YaHei"/>
              </a:defRPr>
            </a:pPr>
            <a:r>
              <a:t>三大栏目模板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03520"/>
            <a:ext cx="3474720" cy="11887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Microsoft YaHei"/>
              </a:defRPr>
            </a:pPr>
            <a:r>
              <a:t>真实记录型 · 30-60s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A017"/>
                </a:solidFill>
                <a:latin typeface="Microsoft YaHei"/>
              </a:defRPr>
            </a:pPr>
            <a:r>
              <a:t>例：凌晨五点半的屯军营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303520"/>
            <a:ext cx="3474720" cy="11887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5394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王支书跟你说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760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Microsoft YaHei"/>
              </a:defRPr>
            </a:pPr>
            <a:r>
              <a:t>知识输出型 · 30-60s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0350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A017"/>
                </a:solidFill>
                <a:latin typeface="Microsoft YaHei"/>
              </a:defRPr>
            </a:pPr>
            <a:r>
              <a:t>例：医保报销三句话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5303520"/>
            <a:ext cx="3474720" cy="11887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19" y="5394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19" y="5760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Microsoft YaHei"/>
              </a:defRPr>
            </a:pPr>
            <a:r>
              <a:t>文化故事型 · 60-90s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60350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A017"/>
                </a:solidFill>
                <a:latin typeface="Microsoft YaHei"/>
              </a:defRPr>
            </a:pPr>
            <a:r>
              <a:t>例：村名500年历史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1A3D0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13条成品脚本总览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📋 脚本清单 (1-7)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02919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822960"/>
            <a:ext cx="4983480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82296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822960"/>
            <a:ext cx="2240280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8229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822960"/>
            <a:ext cx="1051560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82296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0" y="822960"/>
            <a:ext cx="1051560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82296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502919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41732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371600"/>
            <a:ext cx="49834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41732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我是王健，屯军营的村支书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371600"/>
            <a:ext cx="22402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4173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置顶介绍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37160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4173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45s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37160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14173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874519"/>
            <a:ext cx="502919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1920239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1874519"/>
            <a:ext cx="4983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1920239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屯军营这个名字的来历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1874519"/>
            <a:ext cx="22402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192023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1874519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1920239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1874519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0" y="1920239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377440"/>
            <a:ext cx="502919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42316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377440"/>
            <a:ext cx="49834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4231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一条路，两个样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377440"/>
            <a:ext cx="22402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42316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40" y="237744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242316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0" y="237744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760" y="242316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2880360"/>
            <a:ext cx="502919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292608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2880360"/>
            <a:ext cx="4983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292608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医保报销，三句话说清楚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2880360"/>
            <a:ext cx="22402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29260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王支书跟你说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2880360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292608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2880360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760" y="292608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383280"/>
            <a:ext cx="502919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42900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383280"/>
            <a:ext cx="49834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42900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凌晨五点半的屯军营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383280"/>
            <a:ext cx="22402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4290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38328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0" y="342900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35s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18320" y="338328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09760" y="342900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886200"/>
            <a:ext cx="502919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393192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3886200"/>
            <a:ext cx="4983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393192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村里最老的____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3886200"/>
            <a:ext cx="22402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3931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3886200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12480" y="3931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418320" y="3886200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509760" y="3931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4389120"/>
            <a:ext cx="502919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443484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4389120"/>
            <a:ext cx="49834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7280" y="443484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村民说：我们支书____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35040" y="4389120"/>
            <a:ext cx="22402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26479" y="44348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321040" y="438912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12480" y="443484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18320" y="438912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509760" y="443484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5016"/>
                </a:solidFill>
                <a:latin typeface="Microsoft YaHei"/>
              </a:defRPr>
            </a:pPr>
            <a:r>
              <a:t>📋 脚本清单 (8-13)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02919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4114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822960"/>
            <a:ext cx="4983480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82296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脚本名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822960"/>
            <a:ext cx="2240280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8229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栏目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822960"/>
            <a:ext cx="1051560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82296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时长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0" y="822960"/>
            <a:ext cx="1051560" cy="41148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82296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传播力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502919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41732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371600"/>
            <a:ext cx="49834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41732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王健的办公桌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371600"/>
            <a:ext cx="22402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4173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37160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4173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40s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37160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14173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874519"/>
            <a:ext cx="502919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1920239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1874519"/>
            <a:ext cx="4983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1920239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一亩地的账本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1874519"/>
            <a:ext cx="22402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192023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王支书跟你说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1874519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1920239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1874519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0" y="1920239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377440"/>
            <a:ext cx="502919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42316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2377440"/>
            <a:ext cx="49834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24231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致在外打工的屯军营人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377440"/>
            <a:ext cx="22402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79" y="242316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40" y="237744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242316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60s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0" y="237744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760" y="242316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⭐⭐⭐⭐⭐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2880360"/>
            <a:ext cx="502919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292608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5840" y="2880360"/>
            <a:ext cx="4983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292608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村两委开会，吵起来了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2880360"/>
            <a:ext cx="22402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79" y="29260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支书日记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2880360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292608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55s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2880360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760" y="292608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383280"/>
            <a:ext cx="502919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42900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383280"/>
            <a:ext cx="49834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342900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城里人看不懂的农村规矩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3383280"/>
            <a:ext cx="224028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79" y="342900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38328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0" y="342900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50s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18320" y="3383280"/>
            <a:ext cx="1051560" cy="438912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09760" y="342900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⭐⭐⭐⭐⭐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886200"/>
            <a:ext cx="502919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3931920"/>
            <a:ext cx="4114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5016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" y="3886200"/>
            <a:ext cx="49834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393192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屯军营的四季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3886200"/>
            <a:ext cx="22402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26479" y="3931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屯军营密码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3886200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12480" y="3931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65s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418320" y="3886200"/>
            <a:ext cx="10515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509760" y="3931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⭐⭐⭐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828800"/>
            <a:ext cx="94183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828800"/>
            <a:ext cx="73152" cy="32004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5016"/>
                </a:solidFill>
                <a:latin typeface="Microsoft YaHei"/>
              </a:defRPr>
            </a:pPr>
            <a:r>
              <a:t>🔥 爆款潜力 TOP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8346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Microsoft YaHei"/>
              </a:defRPr>
            </a:pPr>
            <a:r>
              <a:t>🥇 #10  致在外打工的屯军营人 — 情感向，在外游子共鸣</a:t>
            </a:r>
            <a:br/>
            <a:r>
              <a:t>🥈 #12  城里人看不懂的农村规矩 — 城乡反差，天然流量密码</a:t>
            </a:r>
            <a:br/>
            <a:r>
              <a:t>🥉 #7   村民说：我们支书____ — 真实评价，不做作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1A3D0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启动行动清单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36576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4864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4630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找3个对标村支书账号，分析爆款视频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A017"/>
                </a:solidFill>
                <a:latin typeface="Microsoft YaHei"/>
              </a:defRPr>
            </a:pPr>
            <a:r>
              <a:t>→ 对标分析表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54864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377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🔴 今天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跟王健深聊：表达欲？村民常找他办什么事？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A017"/>
                </a:solidFill>
                <a:latin typeface="Microsoft YaHei"/>
              </a:defRPr>
            </a:pPr>
            <a:r>
              <a:t>→ 人设关键词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00400"/>
            <a:ext cx="10515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200400"/>
            <a:ext cx="54864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32918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手机试拍脚本1（自我介绍），看镜头状态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A017"/>
                </a:solidFill>
                <a:latin typeface="Microsoft YaHei"/>
              </a:defRPr>
            </a:pPr>
            <a:r>
              <a:t>→ 样片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114800"/>
            <a:ext cx="54864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206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🟡 本周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206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盘村资源：老照片、老物件、愿出镜的老人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206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A017"/>
                </a:solidFill>
                <a:latin typeface="Microsoft YaHei"/>
              </a:defRPr>
            </a:pPr>
            <a:r>
              <a:t>→ 资源清单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5029200"/>
            <a:ext cx="54864" cy="7315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1206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5016"/>
                </a:solidFill>
                <a:latin typeface="Microsoft YaHei"/>
              </a:defRPr>
            </a:pPr>
            <a:r>
              <a:t>🟢 两周内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1206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YaHei"/>
              </a:defRPr>
            </a:pPr>
            <a:r>
              <a:t>拍完3-5条 → 注册账号 → 冷启动发布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120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A017"/>
                </a:solidFill>
                <a:latin typeface="Microsoft YaHei"/>
              </a:defRPr>
            </a:pPr>
            <a:r>
              <a:t>→ 首发内容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4572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182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017"/>
                </a:solidFill>
                <a:latin typeface="Microsoft YaHei"/>
              </a:defRPr>
            </a:pPr>
            <a:r>
              <a:t>屯军营，开拍！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13条脚本已就绪，只等第一声 "Action"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/>
              </a:defRPr>
            </a:pPr>
            <a:r>
              <a:t>延庆区屯军营村 · 村支书王健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