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91695" cy="1828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屯军营村 · 村支书王健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9225" y="32689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个人视频账号策划方案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663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延庆区 · 屯军营村  |  2026年5月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13条成品脚本 · 8大方向 · 完整策划框架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1A3D0A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账号定位：8大可量化方向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36576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🎯 8大可量化方向 (1-4)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73152" cy="1143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94360" cy="8686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234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村务日记型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每天工作实拍：开会、走访、修路、调解纠纷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280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📊 可量化指标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粉丝量 / 完播率 / 关键词占比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73152" cy="1143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606040"/>
            <a:ext cx="594360" cy="8686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3464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603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乡村振兴纪实型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村庄对比：改造前 vs 改造后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606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📊 可量化指标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971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播放量 / 收藏量 / 政务转发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94760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94760"/>
            <a:ext cx="73152" cy="1143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931920"/>
            <a:ext cx="594360" cy="8686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6052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8862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农业产业带货型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农产品展示 → 挂车销售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📊 可量化指标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GMV / 转化率 / 复购率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20640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120640"/>
            <a:ext cx="73152" cy="1143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257800"/>
            <a:ext cx="594360" cy="8686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48640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2120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基层政策解读型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6692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大白话解释惠农政策、医保、宅基地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📊 可量化指标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62355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粉丝增长 / 二次传播率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🎯 8大可量化方向 (5-8)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73152" cy="1143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94360" cy="8686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234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村支书Vlog型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"村支书的一天"人格化内容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280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📊 可量化指标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粉丝粘性 / 评论情感比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73152" cy="1143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606040"/>
            <a:ext cx="594360" cy="8686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3464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603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乡村文化IP型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村名由来、军屯历史、延庆民俗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606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📊 可量化指标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971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完播率 / 文旅关注 / 媒体报道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94760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94760"/>
            <a:ext cx="73152" cy="1143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931920"/>
            <a:ext cx="594360" cy="8686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6052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8862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矛盾调解真人秀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真实邻里纠纷调解（脱敏处理）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📊 可量化指标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互动率 / 争议出圈概率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20640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120640"/>
            <a:ext cx="73152" cy="1143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257800"/>
            <a:ext cx="594360" cy="8686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48640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2120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村支书带你看延庆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6692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以屯军营为基地辐射延庆文旅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📊 可量化指标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62355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文旅局合作 / 旅游转化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011680"/>
            <a:ext cx="1033272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73152" cy="28346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💡 推荐组合策略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主攻：E+F（人格化Vlog + 文化IP）</a:t>
            </a:r>
            <a:br/>
            <a:r>
              <a:t>辅助：D（政策解读引流）</a:t>
            </a:r>
            <a:br/>
            <a:r>
              <a:t>阶段测试：C（农业带货）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1A3D0A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启动逻辑框架 · 五层搭建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36576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🏗 五层搭建框架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" cy="914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2011680" cy="9144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第1层 · 定位层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234439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王健是谁？→ 延庆屯军营村的书记</a:t>
            </a:r>
            <a:br/>
            <a:r>
              <a:t>调性：真实 · 接地气 · 有温度 · 能办事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54864" cy="914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2011680" cy="9144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第2层 · 内容层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33172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4大支柱：日常工作 + 政策解读 + 村庄故事 + 支书Vlog</a:t>
            </a:r>
            <a:br/>
            <a:r>
              <a:t>每个支柱配固定栏目名和时间节奏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39"/>
            <a:ext cx="54864" cy="914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291839"/>
            <a:ext cx="2011680" cy="9144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第3层 · 运营层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428999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平台：抖音（主）+ 视频号（辅）</a:t>
            </a:r>
            <a:br/>
            <a:r>
              <a:t>节奏：每周3-5条 / 评论必回 / 每周数据复盘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89120"/>
            <a:ext cx="54864" cy="914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389120"/>
            <a:ext cx="2011680" cy="9144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第4层 · 转化层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52628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信任 → 关注 → 铁粉 → 农产品购买 / 村民办事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86400"/>
            <a:ext cx="54864" cy="914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486400"/>
            <a:ext cx="2011680" cy="9144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669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第5层 · 风险层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62356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内容边界设定 · 舆情预案 · 乡镇领导知情支持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📅 五阶段启动时间线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82296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25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🔍 调研期  |  第1周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258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盘村资源 → 定人设 → 找对标 → 注册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40280"/>
            <a:ext cx="10515600" cy="82296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🛠 筹备期  |  第2周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377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写框架 → 备设备 → 试拍3-5条 → 审片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91839"/>
            <a:ext cx="10515600" cy="82296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2899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🚀 冷启动  |  第3-4周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42899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每天1条 → 记录数据 → 找爆款因子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343400"/>
            <a:ext cx="10515600" cy="82296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480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📈 增长期  |  第2-3月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4805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加大产出 → 尝试直播 → 建立矩阵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394959"/>
            <a:ext cx="10515600" cy="82296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532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🎯 稳定期  |  第4月+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5321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固定栏目 → 商务合作 → 持续迭代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1A3D0A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拍摄装备 &amp; 脚本写作框架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36576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📷 三级拍摄装备清单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291840" cy="292608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29184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🥇 入门级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¥800-1500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iPhone 14+ / 安卓旗舰</a:t>
            </a:r>
            <a:br/>
            <a:r>
              <a:t>大疆 OM6 手机稳定器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用途：日常Vlog、走访跟拍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097280"/>
            <a:ext cx="3291840" cy="292608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097280"/>
            <a:ext cx="329184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234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🥈 进阶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¥4000-8000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86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DJI Pocket 3</a:t>
            </a:r>
            <a:br/>
            <a:r>
              <a:t>罗德 Wireless GO 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用途：画质升级、采访、讲解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097280"/>
            <a:ext cx="3291840" cy="292608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097280"/>
            <a:ext cx="329184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234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🥉 专业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¥8000-15000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286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大疆 Mini 4 Pro</a:t>
            </a:r>
            <a:br/>
            <a:r>
              <a:t>补光灯 + 滑轨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用途：航拍、夜景、室内访谈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480560"/>
            <a:ext cx="10698480" cy="164592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480560"/>
            <a:ext cx="54864" cy="1645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💡 建议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120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先入门，出爆款后再升级。必买：手机稳定器 + 无线领夹麦</a:t>
            </a:r>
            <a:br/>
            <a:r>
              <a:t>村支书账号讲究"真实感"，手机拍反而更接地气。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✍️ 脚本通用结构（30-90秒）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" cy="1188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2286000" cy="11887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🪝 黄金钩子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0-7秒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325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冲突 / 悬念 / 反常识 / 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8745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💡 前3秒定生死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54864" cy="1188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651760"/>
            <a:ext cx="2286000" cy="11887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📖 核心内容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91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7-60秒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788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三段式：是什么→为什么→怎么办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337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💡 信息密度高，节奏快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54864" cy="1188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114800"/>
            <a:ext cx="2286000" cy="11887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51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💬 互动收尾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54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最后5秒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251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提问引导评论 / 下集预告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800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💡 提高互动+关注转化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29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三大栏目模板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486400"/>
            <a:ext cx="3474720" cy="109728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577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支书日记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43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真实记录型 · 30-60s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217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例：凌晨五点半的屯军营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5486400"/>
            <a:ext cx="3474720" cy="109728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5577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王支书跟你说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943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知识输出型 · 30-60s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217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例：医保报销三句话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5486400"/>
            <a:ext cx="3474720" cy="109728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19" y="5577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屯军营密码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19" y="5943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文化故事型 · 60-90s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19" y="6217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例：村名500年历史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1A3D0A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13条成品脚本总览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36576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📋 脚本清单 (1-7)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502919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411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#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914400"/>
            <a:ext cx="4983480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9601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脚本名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914400"/>
            <a:ext cx="2514600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79" y="9601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栏目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914400"/>
            <a:ext cx="1051560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96012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时长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914400"/>
            <a:ext cx="1051560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0" y="96012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传播力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08760"/>
            <a:ext cx="502919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563624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1508760"/>
            <a:ext cx="498348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156362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我是王健，屯军营的村支书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508760"/>
            <a:ext cx="251460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79" y="156362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置顶介绍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1508760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156362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45s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1508760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156362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⭐⭐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57400"/>
            <a:ext cx="502919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112264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2057400"/>
            <a:ext cx="4983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211226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屯军营这个名字的来历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2057400"/>
            <a:ext cx="2514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79" y="211226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屯军营密码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2057400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211226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60s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2057400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211226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⭐⭐⭐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606039"/>
            <a:ext cx="502919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2660903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" y="2606039"/>
            <a:ext cx="498348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2660903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一条路，两个样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2606039"/>
            <a:ext cx="251460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79" y="2660903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支书日记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0" y="2606039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2660903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40s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92640" y="2606039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0" y="2660903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⭐⭐⭐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154679"/>
            <a:ext cx="502919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209544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5840" y="3154679"/>
            <a:ext cx="4983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" y="320954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医保报销，三句话说清楚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3154679"/>
            <a:ext cx="2514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79" y="320954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王支书跟你说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95360" y="3154679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0" y="320954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50s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92640" y="3154679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84080" y="320954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⭐⭐⭐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703320"/>
            <a:ext cx="502919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3758183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5840" y="3703320"/>
            <a:ext cx="498348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7280" y="3758183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凌晨五点半的屯军营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3703320"/>
            <a:ext cx="251460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26479" y="3758183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支书日记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95360" y="3703320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86800" y="3758183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35s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92640" y="3703320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84080" y="3758183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⭐⭐⭐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251960"/>
            <a:ext cx="502919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4306824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5840" y="4251960"/>
            <a:ext cx="4983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7280" y="430682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村里最老的____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35040" y="4251960"/>
            <a:ext cx="2514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26479" y="430682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屯军营密码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95360" y="4251960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86800" y="430682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55s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692640" y="4251960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84080" y="430682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⭐⭐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4800600"/>
            <a:ext cx="502919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" y="4855464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05840" y="4800600"/>
            <a:ext cx="498348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97280" y="485546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村民说：我们支书____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35040" y="4800600"/>
            <a:ext cx="251460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26479" y="485546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屯军营密码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95360" y="4800600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686800" y="485546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50s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692640" y="4800600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784080" y="485546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⭐⭐⭐⭐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📋 脚本清单 (8-13)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502919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411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#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914400"/>
            <a:ext cx="4983480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9601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脚本名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914400"/>
            <a:ext cx="2514600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79" y="9601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栏目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914400"/>
            <a:ext cx="1051560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96012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时长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914400"/>
            <a:ext cx="1051560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0" y="96012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传播力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08760"/>
            <a:ext cx="502919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563624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1508760"/>
            <a:ext cx="498348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156362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王健的办公桌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508760"/>
            <a:ext cx="251460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79" y="156362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支书日记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1508760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156362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40s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1508760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156362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⭐⭐⭐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57400"/>
            <a:ext cx="502919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112264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2057400"/>
            <a:ext cx="4983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211226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一亩地的账本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2057400"/>
            <a:ext cx="2514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79" y="211226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王支书跟你说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2057400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211226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55s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2057400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211226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⭐⭐⭐⭐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606039"/>
            <a:ext cx="502919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2660903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" y="2606039"/>
            <a:ext cx="498348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2660903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致在外打工的屯军营人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2606039"/>
            <a:ext cx="251460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79" y="2660903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支书日记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0" y="2606039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2660903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60s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92640" y="2606039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0" y="2660903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⭐⭐⭐⭐⭐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154679"/>
            <a:ext cx="502919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209544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11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5840" y="3154679"/>
            <a:ext cx="4983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" y="320954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村两委开会，吵起来了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3154679"/>
            <a:ext cx="2514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79" y="320954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支书日记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95360" y="3154679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0" y="320954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55s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92640" y="3154679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84080" y="320954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⭐⭐⭐⭐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703320"/>
            <a:ext cx="502919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3758183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5840" y="3703320"/>
            <a:ext cx="498348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7280" y="3758183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城里人看不懂的农村规矩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3703320"/>
            <a:ext cx="251460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26479" y="3758183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屯军营密码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95360" y="3703320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86800" y="3758183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50s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92640" y="3703320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84080" y="3758183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⭐⭐⭐⭐⭐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251960"/>
            <a:ext cx="502919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4306824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13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5840" y="4251960"/>
            <a:ext cx="4983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7280" y="430682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屯军营的四季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35040" y="4251960"/>
            <a:ext cx="2514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26479" y="430682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屯军营密码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95360" y="4251960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86800" y="430682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65s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692640" y="4251960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84080" y="430682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⭐⭐⭐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73152" cy="41148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🔥 爆款潜力 TOP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5603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🥇 #10  致在外打工的屯军营人</a:t>
            </a:r>
            <a:br/>
            <a:r>
              <a:t>       情感向，直击在外游子共鸣 —— 预计传播力最高</a:t>
            </a:r>
            <a:br/>
            <a:br/>
            <a:r>
              <a:t>🥈 #12  城里人看不懂的农村规矩</a:t>
            </a:r>
            <a:br/>
            <a:r>
              <a:t>       城乡反差，天然流量密码 —— 破圈能力最强</a:t>
            </a:r>
            <a:br/>
            <a:br/>
            <a:r>
              <a:t>🥉 #7   村民说：我们支书____</a:t>
            </a:r>
            <a:br/>
            <a:r>
              <a:t>       真实评价不做作 —— 信任感拉满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1A3D0A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启动行动清单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36576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✅ 立即行动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4864" cy="7772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🔴 今天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258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找3个对标村支书账号，分析爆款视频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325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→ 对标分析表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1051560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54864" cy="7772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31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🔴 今天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3317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跟王健深聊：表达欲？村民常找他办什么事？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→ 人设关键词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00400"/>
            <a:ext cx="1051560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200400"/>
            <a:ext cx="54864" cy="7772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337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🟡 本周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3375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手机试拍脚本1（自我介绍），看镜头状态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337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→ 样片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06240"/>
            <a:ext cx="1051560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206240"/>
            <a:ext cx="54864" cy="7772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343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🟡 本周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343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盘村资源：老照片、老物件、愿出镜的老人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343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→ 资源清单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212080"/>
            <a:ext cx="1051560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212080"/>
            <a:ext cx="54864" cy="7772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349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微软雅黑" panose="020B0503020204020204" charset="-122"/>
              </a:defRPr>
            </a:pPr>
            <a:r>
              <a:t>🟢 两周内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3492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拍完3-5条 → 注册账号 → 冷启动发布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5349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→ 首发内容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91695" cy="1828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屯军营，开拍！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13条脚本已就绪，只等第一声 "Action"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663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延庆区屯军营村 · 村支书王健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2153</Words>
  <Application>WPS 演示</Application>
  <PresentationFormat>On-screen Show (4:3)</PresentationFormat>
  <Paragraphs>432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大大怪将军</cp:lastModifiedBy>
  <cp:revision>2</cp:revision>
  <dcterms:created xsi:type="dcterms:W3CDTF">2013-01-27T09:14:00Z</dcterms:created>
  <dcterms:modified xsi:type="dcterms:W3CDTF">2026-05-28T05:09:31Z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504D5530870F410EA95991DB20C8EF57_12</vt:lpwstr>
  </property>
  <property fmtid="{D5CDD505-2E9C-101B-9397-08002B2CF9AE}" pid="3" name="KSOProductBuildVer">
    <vt:lpwstr>2052-12.1.0.26375</vt:lpwstr>
  </property>
</Properties>
</file>